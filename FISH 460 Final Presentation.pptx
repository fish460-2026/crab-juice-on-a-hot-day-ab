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9" r:id="rId4"/>
    <p:sldMasterId id="214748369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DM Sans Medium"/>
      <p:regular r:id="rId18"/>
      <p:bold r:id="rId19"/>
      <p:italic r:id="rId20"/>
      <p:boldItalic r:id="rId21"/>
    </p:embeddedFont>
    <p:embeddedFont>
      <p:font typeface="Merriweather"/>
      <p:regular r:id="rId22"/>
      <p:bold r:id="rId23"/>
      <p:italic r:id="rId24"/>
      <p:boldItalic r:id="rId25"/>
    </p:embeddedFont>
    <p:embeddedFont>
      <p:font typeface="DM Sa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DMSansMedium-italic.fntdata"/><Relationship Id="rId22" Type="http://schemas.openxmlformats.org/officeDocument/2006/relationships/font" Target="fonts/Merriweather-regular.fntdata"/><Relationship Id="rId21" Type="http://schemas.openxmlformats.org/officeDocument/2006/relationships/font" Target="fonts/DMSansMedium-boldItalic.fntdata"/><Relationship Id="rId24" Type="http://schemas.openxmlformats.org/officeDocument/2006/relationships/font" Target="fonts/Merriweather-italic.fntdata"/><Relationship Id="rId23" Type="http://schemas.openxmlformats.org/officeDocument/2006/relationships/font" Target="fonts/Merriweather-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DMSans-regular.fntdata"/><Relationship Id="rId25" Type="http://schemas.openxmlformats.org/officeDocument/2006/relationships/font" Target="fonts/Merriweather-boldItalic.fntdata"/><Relationship Id="rId28" Type="http://schemas.openxmlformats.org/officeDocument/2006/relationships/font" Target="fonts/DMSans-italic.fntdata"/><Relationship Id="rId27" Type="http://schemas.openxmlformats.org/officeDocument/2006/relationships/font" Target="fonts/DMSans-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DMSans-boldItalic.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DMSansMedium-bold.fntdata"/><Relationship Id="rId18" Type="http://schemas.openxmlformats.org/officeDocument/2006/relationships/font" Target="fonts/DMSansMedium-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e71a6b5a9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e71a6b5a9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e71a6b5a95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e71a6b5a95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e71a6b5a95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e71a6b5a95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Ecology of fear - causes behavioral changes like reduction in feeding, more hiding, avoiding exposed areas</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e71e27736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e71e2773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e71e27736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e71e27736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e71e27736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e71e27736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e71e27736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e71e27736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ecb48b3030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ecb48b3030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ecb48b3030_5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ecb48b3030_5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ecb48b3030_5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ecb48b3030_5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ecb48b3030_5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ecb48b3030_5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_1">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0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SzPts val="1000"/>
              <a:buChar char="●"/>
              <a:defRPr/>
            </a:lvl1pPr>
            <a:lvl2pPr indent="-279400" lvl="1" marL="914400" algn="ctr">
              <a:spcBef>
                <a:spcPts val="0"/>
              </a:spcBef>
              <a:spcAft>
                <a:spcPts val="0"/>
              </a:spcAft>
              <a:buSzPts val="8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95" name="Shape 95"/>
        <p:cNvGrpSpPr/>
        <p:nvPr/>
      </p:nvGrpSpPr>
      <p:grpSpPr>
        <a:xfrm>
          <a:off x="0" y="0"/>
          <a:ext cx="0" cy="0"/>
          <a:chOff x="0" y="0"/>
          <a:chExt cx="0" cy="0"/>
        </a:xfrm>
      </p:grpSpPr>
      <p:sp>
        <p:nvSpPr>
          <p:cNvPr id="96" name="Google Shape;96;p25"/>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97" name="Google Shape;9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8" name="Google Shape;98;p2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99" name="Google Shape;99;p2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0" name="Google Shape;100;p2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1" name="Google Shape;101;p2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2" name="Google Shape;102;p2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3" name="Google Shape;103;p2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04" name="Shape 104"/>
        <p:cNvGrpSpPr/>
        <p:nvPr/>
      </p:nvGrpSpPr>
      <p:grpSpPr>
        <a:xfrm>
          <a:off x="0" y="0"/>
          <a:ext cx="0" cy="0"/>
          <a:chOff x="0" y="0"/>
          <a:chExt cx="0" cy="0"/>
        </a:xfrm>
      </p:grpSpPr>
      <p:sp>
        <p:nvSpPr>
          <p:cNvPr id="105" name="Google Shape;105;p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06" name="Google Shape;106;p26"/>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07" name="Google Shape;107;p26"/>
          <p:cNvSpPr/>
          <p:nvPr>
            <p:ph idx="2" type="pic"/>
          </p:nvPr>
        </p:nvSpPr>
        <p:spPr>
          <a:xfrm>
            <a:off x="4992024" y="1152775"/>
            <a:ext cx="3840300" cy="3416400"/>
          </a:xfrm>
          <a:prstGeom prst="rect">
            <a:avLst/>
          </a:prstGeom>
          <a:noFill/>
          <a:ln>
            <a:noFill/>
          </a:ln>
        </p:spPr>
      </p:sp>
      <p:sp>
        <p:nvSpPr>
          <p:cNvPr id="108" name="Google Shape;108;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109" name="Shape 109"/>
        <p:cNvGrpSpPr/>
        <p:nvPr/>
      </p:nvGrpSpPr>
      <p:grpSpPr>
        <a:xfrm>
          <a:off x="0" y="0"/>
          <a:ext cx="0" cy="0"/>
          <a:chOff x="0" y="0"/>
          <a:chExt cx="0" cy="0"/>
        </a:xfrm>
      </p:grpSpPr>
      <p:sp>
        <p:nvSpPr>
          <p:cNvPr id="110" name="Google Shape;110;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27"/>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2" name="Google Shape;112;p27"/>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13" name="Google Shape;113;p27"/>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14" name="Google Shape;114;p2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15" name="Google Shape;115;p2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16" name="Shape 116"/>
        <p:cNvGrpSpPr/>
        <p:nvPr/>
      </p:nvGrpSpPr>
      <p:grpSpPr>
        <a:xfrm>
          <a:off x="0" y="0"/>
          <a:ext cx="0" cy="0"/>
          <a:chOff x="0" y="0"/>
          <a:chExt cx="0" cy="0"/>
        </a:xfrm>
      </p:grpSpPr>
      <p:sp>
        <p:nvSpPr>
          <p:cNvPr id="117" name="Google Shape;117;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8"/>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19" name="Google Shape;119;p28"/>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0" name="Google Shape;120;p28"/>
          <p:cNvSpPr txBox="1"/>
          <p:nvPr>
            <p:ph idx="3"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1" name="Google Shape;121;p28"/>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22" name="Google Shape;122;p28"/>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23" name="Google Shape;123;p28"/>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24" name="Google Shape;124;p28"/>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125" name="Shape 125"/>
        <p:cNvGrpSpPr/>
        <p:nvPr/>
      </p:nvGrpSpPr>
      <p:grpSpPr>
        <a:xfrm>
          <a:off x="0" y="0"/>
          <a:ext cx="0" cy="0"/>
          <a:chOff x="0" y="0"/>
          <a:chExt cx="0" cy="0"/>
        </a:xfrm>
      </p:grpSpPr>
      <p:sp>
        <p:nvSpPr>
          <p:cNvPr id="126" name="Google Shape;126;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29"/>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8" name="Google Shape;128;p29"/>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9" name="Google Shape;129;p29"/>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0" name="Google Shape;130;p29"/>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1" name="Google Shape;131;p29"/>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32" name="Google Shape;132;p2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33" name="Google Shape;133;p2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34" name="Google Shape;134;p2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35" name="Google Shape;135;p2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136" name="Shape 136"/>
        <p:cNvGrpSpPr/>
        <p:nvPr/>
      </p:nvGrpSpPr>
      <p:grpSpPr>
        <a:xfrm>
          <a:off x="0" y="0"/>
          <a:ext cx="0" cy="0"/>
          <a:chOff x="0" y="0"/>
          <a:chExt cx="0" cy="0"/>
        </a:xfrm>
      </p:grpSpPr>
      <p:sp>
        <p:nvSpPr>
          <p:cNvPr id="137" name="Google Shape;137;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38" name="Google Shape;138;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3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40" name="Shape 140"/>
        <p:cNvGrpSpPr/>
        <p:nvPr/>
      </p:nvGrpSpPr>
      <p:grpSpPr>
        <a:xfrm>
          <a:off x="0" y="0"/>
          <a:ext cx="0" cy="0"/>
          <a:chOff x="0" y="0"/>
          <a:chExt cx="0" cy="0"/>
        </a:xfrm>
      </p:grpSpPr>
      <p:sp>
        <p:nvSpPr>
          <p:cNvPr id="141" name="Google Shape;141;p31"/>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2" name="Google Shape;142;p31"/>
          <p:cNvSpPr/>
          <p:nvPr>
            <p:ph idx="2" type="pic"/>
          </p:nvPr>
        </p:nvSpPr>
        <p:spPr>
          <a:xfrm>
            <a:off x="4804825" y="1133300"/>
            <a:ext cx="4027500" cy="2392800"/>
          </a:xfrm>
          <a:prstGeom prst="rect">
            <a:avLst/>
          </a:prstGeom>
          <a:noFill/>
          <a:ln>
            <a:noFill/>
          </a:ln>
        </p:spPr>
      </p:sp>
      <p:sp>
        <p:nvSpPr>
          <p:cNvPr id="143" name="Google Shape;143;p31"/>
          <p:cNvSpPr/>
          <p:nvPr>
            <p:ph idx="3" type="pic"/>
          </p:nvPr>
        </p:nvSpPr>
        <p:spPr>
          <a:xfrm>
            <a:off x="311725" y="1133300"/>
            <a:ext cx="4027500" cy="2392800"/>
          </a:xfrm>
          <a:prstGeom prst="rect">
            <a:avLst/>
          </a:prstGeom>
          <a:noFill/>
          <a:ln>
            <a:noFill/>
          </a:ln>
        </p:spPr>
      </p:sp>
      <p:sp>
        <p:nvSpPr>
          <p:cNvPr id="144" name="Google Shape;144;p31"/>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5" name="Google Shape;145;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6" name="Google Shape;146;p3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47" name="Google Shape;147;p3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48" name="Google Shape;148;p3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49" name="Shape 149"/>
        <p:cNvGrpSpPr/>
        <p:nvPr/>
      </p:nvGrpSpPr>
      <p:grpSpPr>
        <a:xfrm>
          <a:off x="0" y="0"/>
          <a:ext cx="0" cy="0"/>
          <a:chOff x="0" y="0"/>
          <a:chExt cx="0" cy="0"/>
        </a:xfrm>
      </p:grpSpPr>
      <p:sp>
        <p:nvSpPr>
          <p:cNvPr id="150" name="Google Shape;150;p32"/>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1" name="Google Shape;151;p32"/>
          <p:cNvSpPr/>
          <p:nvPr>
            <p:ph idx="2" type="pic"/>
          </p:nvPr>
        </p:nvSpPr>
        <p:spPr>
          <a:xfrm>
            <a:off x="6205225" y="1128325"/>
            <a:ext cx="2627100" cy="2273100"/>
          </a:xfrm>
          <a:prstGeom prst="rect">
            <a:avLst/>
          </a:prstGeom>
          <a:noFill/>
          <a:ln>
            <a:noFill/>
          </a:ln>
        </p:spPr>
      </p:sp>
      <p:sp>
        <p:nvSpPr>
          <p:cNvPr id="152" name="Google Shape;152;p32"/>
          <p:cNvSpPr/>
          <p:nvPr>
            <p:ph idx="3" type="pic"/>
          </p:nvPr>
        </p:nvSpPr>
        <p:spPr>
          <a:xfrm>
            <a:off x="311725" y="1128325"/>
            <a:ext cx="2627100" cy="2273100"/>
          </a:xfrm>
          <a:prstGeom prst="rect">
            <a:avLst/>
          </a:prstGeom>
          <a:noFill/>
          <a:ln>
            <a:noFill/>
          </a:ln>
        </p:spPr>
      </p:sp>
      <p:sp>
        <p:nvSpPr>
          <p:cNvPr id="153" name="Google Shape;153;p32"/>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4" name="Google Shape;154;p32"/>
          <p:cNvSpPr/>
          <p:nvPr>
            <p:ph idx="5" type="pic"/>
          </p:nvPr>
        </p:nvSpPr>
        <p:spPr>
          <a:xfrm>
            <a:off x="3255250" y="1128325"/>
            <a:ext cx="2627100" cy="2273100"/>
          </a:xfrm>
          <a:prstGeom prst="rect">
            <a:avLst/>
          </a:prstGeom>
          <a:noFill/>
          <a:ln>
            <a:noFill/>
          </a:ln>
        </p:spPr>
      </p:sp>
      <p:sp>
        <p:nvSpPr>
          <p:cNvPr id="155" name="Google Shape;155;p32"/>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6" name="Google Shape;15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7" name="Google Shape;157;p3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58" name="Google Shape;158;p3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59" name="Google Shape;159;p3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60" name="Google Shape;160;p3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61" name="Shape 161"/>
        <p:cNvGrpSpPr/>
        <p:nvPr/>
      </p:nvGrpSpPr>
      <p:grpSpPr>
        <a:xfrm>
          <a:off x="0" y="0"/>
          <a:ext cx="0" cy="0"/>
          <a:chOff x="0" y="0"/>
          <a:chExt cx="0" cy="0"/>
        </a:xfrm>
      </p:grpSpPr>
      <p:sp>
        <p:nvSpPr>
          <p:cNvPr id="162" name="Google Shape;162;p33"/>
          <p:cNvSpPr/>
          <p:nvPr>
            <p:ph idx="2" type="pic"/>
          </p:nvPr>
        </p:nvSpPr>
        <p:spPr>
          <a:xfrm>
            <a:off x="311700" y="445025"/>
            <a:ext cx="8520600" cy="4218300"/>
          </a:xfrm>
          <a:prstGeom prst="rect">
            <a:avLst/>
          </a:prstGeom>
          <a:noFill/>
          <a:ln>
            <a:noFill/>
          </a:ln>
        </p:spPr>
      </p:sp>
      <p:sp>
        <p:nvSpPr>
          <p:cNvPr id="163" name="Google Shape;163;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64" name="Shape 164"/>
        <p:cNvGrpSpPr/>
        <p:nvPr/>
      </p:nvGrpSpPr>
      <p:grpSpPr>
        <a:xfrm>
          <a:off x="0" y="0"/>
          <a:ext cx="0" cy="0"/>
          <a:chOff x="0" y="0"/>
          <a:chExt cx="0" cy="0"/>
        </a:xfrm>
      </p:grpSpPr>
      <p:sp>
        <p:nvSpPr>
          <p:cNvPr id="165" name="Google Shape;165;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34"/>
          <p:cNvSpPr/>
          <p:nvPr>
            <p:ph idx="2" type="pic"/>
          </p:nvPr>
        </p:nvSpPr>
        <p:spPr>
          <a:xfrm>
            <a:off x="3389600" y="118913"/>
            <a:ext cx="1643700" cy="1535100"/>
          </a:xfrm>
          <a:prstGeom prst="rect">
            <a:avLst/>
          </a:prstGeom>
          <a:noFill/>
          <a:ln>
            <a:noFill/>
          </a:ln>
        </p:spPr>
      </p:sp>
      <p:sp>
        <p:nvSpPr>
          <p:cNvPr id="167" name="Google Shape;167;p34"/>
          <p:cNvSpPr/>
          <p:nvPr>
            <p:ph idx="3" type="pic"/>
          </p:nvPr>
        </p:nvSpPr>
        <p:spPr>
          <a:xfrm>
            <a:off x="5195935" y="118913"/>
            <a:ext cx="1643700" cy="1535100"/>
          </a:xfrm>
          <a:prstGeom prst="rect">
            <a:avLst/>
          </a:prstGeom>
          <a:noFill/>
          <a:ln>
            <a:noFill/>
          </a:ln>
        </p:spPr>
      </p:sp>
      <p:sp>
        <p:nvSpPr>
          <p:cNvPr id="168" name="Google Shape;168;p34"/>
          <p:cNvSpPr/>
          <p:nvPr>
            <p:ph idx="4" type="pic"/>
          </p:nvPr>
        </p:nvSpPr>
        <p:spPr>
          <a:xfrm>
            <a:off x="7002270" y="118913"/>
            <a:ext cx="1643700" cy="1535100"/>
          </a:xfrm>
          <a:prstGeom prst="rect">
            <a:avLst/>
          </a:prstGeom>
          <a:noFill/>
          <a:ln>
            <a:noFill/>
          </a:ln>
        </p:spPr>
      </p:sp>
      <p:sp>
        <p:nvSpPr>
          <p:cNvPr id="169" name="Google Shape;169;p34"/>
          <p:cNvSpPr/>
          <p:nvPr>
            <p:ph idx="5" type="pic"/>
          </p:nvPr>
        </p:nvSpPr>
        <p:spPr>
          <a:xfrm>
            <a:off x="3389588" y="1804212"/>
            <a:ext cx="1643700" cy="1535100"/>
          </a:xfrm>
          <a:prstGeom prst="rect">
            <a:avLst/>
          </a:prstGeom>
          <a:noFill/>
          <a:ln>
            <a:noFill/>
          </a:ln>
        </p:spPr>
      </p:sp>
      <p:sp>
        <p:nvSpPr>
          <p:cNvPr id="170" name="Google Shape;170;p34"/>
          <p:cNvSpPr/>
          <p:nvPr>
            <p:ph idx="6" type="pic"/>
          </p:nvPr>
        </p:nvSpPr>
        <p:spPr>
          <a:xfrm>
            <a:off x="5195922" y="1804212"/>
            <a:ext cx="1643700" cy="1535100"/>
          </a:xfrm>
          <a:prstGeom prst="rect">
            <a:avLst/>
          </a:prstGeom>
          <a:noFill/>
          <a:ln>
            <a:noFill/>
          </a:ln>
        </p:spPr>
      </p:sp>
      <p:sp>
        <p:nvSpPr>
          <p:cNvPr id="171" name="Google Shape;171;p34"/>
          <p:cNvSpPr/>
          <p:nvPr>
            <p:ph idx="7" type="pic"/>
          </p:nvPr>
        </p:nvSpPr>
        <p:spPr>
          <a:xfrm>
            <a:off x="7002257" y="1804212"/>
            <a:ext cx="1643700" cy="1535100"/>
          </a:xfrm>
          <a:prstGeom prst="rect">
            <a:avLst/>
          </a:prstGeom>
          <a:noFill/>
          <a:ln>
            <a:noFill/>
          </a:ln>
        </p:spPr>
      </p:sp>
      <p:sp>
        <p:nvSpPr>
          <p:cNvPr id="172" name="Google Shape;172;p3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73" name="Google Shape;173;p34"/>
          <p:cNvSpPr/>
          <p:nvPr>
            <p:ph idx="8" type="pic"/>
          </p:nvPr>
        </p:nvSpPr>
        <p:spPr>
          <a:xfrm>
            <a:off x="3389588" y="3489487"/>
            <a:ext cx="1643700" cy="1535100"/>
          </a:xfrm>
          <a:prstGeom prst="rect">
            <a:avLst/>
          </a:prstGeom>
          <a:noFill/>
          <a:ln>
            <a:noFill/>
          </a:ln>
        </p:spPr>
      </p:sp>
      <p:sp>
        <p:nvSpPr>
          <p:cNvPr id="174" name="Google Shape;174;p34"/>
          <p:cNvSpPr/>
          <p:nvPr>
            <p:ph idx="9" type="pic"/>
          </p:nvPr>
        </p:nvSpPr>
        <p:spPr>
          <a:xfrm>
            <a:off x="5195922" y="3489487"/>
            <a:ext cx="1643700" cy="1535100"/>
          </a:xfrm>
          <a:prstGeom prst="rect">
            <a:avLst/>
          </a:prstGeom>
          <a:noFill/>
          <a:ln>
            <a:noFill/>
          </a:ln>
        </p:spPr>
      </p:sp>
      <p:sp>
        <p:nvSpPr>
          <p:cNvPr id="175" name="Google Shape;175;p3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slide" type="title">
  <p:cSld name="TITLE">
    <p:bg>
      <p:bgPr>
        <a:solidFill>
          <a:schemeClr val="dk1"/>
        </a:solidFill>
      </p:bgPr>
    </p:bg>
    <p:spTree>
      <p:nvGrpSpPr>
        <p:cNvPr id="176" name="Shape 176"/>
        <p:cNvGrpSpPr/>
        <p:nvPr/>
      </p:nvGrpSpPr>
      <p:grpSpPr>
        <a:xfrm>
          <a:off x="0" y="0"/>
          <a:ext cx="0" cy="0"/>
          <a:chOff x="0" y="0"/>
          <a:chExt cx="0" cy="0"/>
        </a:xfrm>
      </p:grpSpPr>
      <p:sp>
        <p:nvSpPr>
          <p:cNvPr id="177" name="Google Shape;177;p35"/>
          <p:cNvSpPr txBox="1"/>
          <p:nvPr>
            <p:ph idx="1" type="body"/>
          </p:nvPr>
        </p:nvSpPr>
        <p:spPr>
          <a:xfrm>
            <a:off x="196951" y="4737750"/>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178" name="Google Shape;178;p35"/>
          <p:cNvSpPr txBox="1"/>
          <p:nvPr>
            <p:ph type="ctrTitle"/>
          </p:nvPr>
        </p:nvSpPr>
        <p:spPr>
          <a:xfrm>
            <a:off x="196950" y="223825"/>
            <a:ext cx="8011800" cy="1877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750"/>
              <a:buNone/>
              <a:defRPr sz="6750">
                <a:solidFill>
                  <a:schemeClr val="lt1"/>
                </a:solidFill>
              </a:defRPr>
            </a:lvl1pPr>
            <a:lvl2pPr lvl="1">
              <a:spcBef>
                <a:spcPts val="0"/>
              </a:spcBef>
              <a:spcAft>
                <a:spcPts val="0"/>
              </a:spcAft>
              <a:buClr>
                <a:schemeClr val="lt1"/>
              </a:buClr>
              <a:buSzPts val="5200"/>
              <a:buNone/>
              <a:defRPr sz="5200">
                <a:solidFill>
                  <a:schemeClr val="lt1"/>
                </a:solidFill>
              </a:defRPr>
            </a:lvl2pPr>
            <a:lvl3pPr lvl="2">
              <a:spcBef>
                <a:spcPts val="0"/>
              </a:spcBef>
              <a:spcAft>
                <a:spcPts val="0"/>
              </a:spcAft>
              <a:buClr>
                <a:schemeClr val="lt1"/>
              </a:buClr>
              <a:buSzPts val="5200"/>
              <a:buNone/>
              <a:defRPr sz="5200">
                <a:solidFill>
                  <a:schemeClr val="lt1"/>
                </a:solidFill>
              </a:defRPr>
            </a:lvl3pPr>
            <a:lvl4pPr lvl="3">
              <a:spcBef>
                <a:spcPts val="0"/>
              </a:spcBef>
              <a:spcAft>
                <a:spcPts val="0"/>
              </a:spcAft>
              <a:buClr>
                <a:schemeClr val="lt1"/>
              </a:buClr>
              <a:buSzPts val="5200"/>
              <a:buNone/>
              <a:defRPr sz="5200">
                <a:solidFill>
                  <a:schemeClr val="lt1"/>
                </a:solidFill>
              </a:defRPr>
            </a:lvl4pPr>
            <a:lvl5pPr lvl="4">
              <a:spcBef>
                <a:spcPts val="0"/>
              </a:spcBef>
              <a:spcAft>
                <a:spcPts val="0"/>
              </a:spcAft>
              <a:buClr>
                <a:schemeClr val="lt1"/>
              </a:buClr>
              <a:buSzPts val="5200"/>
              <a:buNone/>
              <a:defRPr sz="5200">
                <a:solidFill>
                  <a:schemeClr val="lt1"/>
                </a:solidFill>
              </a:defRPr>
            </a:lvl5pPr>
            <a:lvl6pPr lvl="5">
              <a:spcBef>
                <a:spcPts val="0"/>
              </a:spcBef>
              <a:spcAft>
                <a:spcPts val="0"/>
              </a:spcAft>
              <a:buClr>
                <a:schemeClr val="lt1"/>
              </a:buClr>
              <a:buSzPts val="5200"/>
              <a:buNone/>
              <a:defRPr sz="5200">
                <a:solidFill>
                  <a:schemeClr val="lt1"/>
                </a:solidFill>
              </a:defRPr>
            </a:lvl6pPr>
            <a:lvl7pPr lvl="6">
              <a:spcBef>
                <a:spcPts val="0"/>
              </a:spcBef>
              <a:spcAft>
                <a:spcPts val="0"/>
              </a:spcAft>
              <a:buClr>
                <a:schemeClr val="lt1"/>
              </a:buClr>
              <a:buSzPts val="5200"/>
              <a:buNone/>
              <a:defRPr sz="5200">
                <a:solidFill>
                  <a:schemeClr val="lt1"/>
                </a:solidFill>
              </a:defRPr>
            </a:lvl7pPr>
            <a:lvl8pPr lvl="7">
              <a:spcBef>
                <a:spcPts val="0"/>
              </a:spcBef>
              <a:spcAft>
                <a:spcPts val="0"/>
              </a:spcAft>
              <a:buClr>
                <a:schemeClr val="lt1"/>
              </a:buClr>
              <a:buSzPts val="5200"/>
              <a:buNone/>
              <a:defRPr sz="5200">
                <a:solidFill>
                  <a:schemeClr val="lt1"/>
                </a:solidFill>
              </a:defRPr>
            </a:lvl8pPr>
            <a:lvl9pPr lvl="8">
              <a:spcBef>
                <a:spcPts val="0"/>
              </a:spcBef>
              <a:spcAft>
                <a:spcPts val="0"/>
              </a:spcAft>
              <a:buClr>
                <a:schemeClr val="lt1"/>
              </a:buClr>
              <a:buSzPts val="5200"/>
              <a:buNone/>
              <a:defRPr sz="5200">
                <a:solidFill>
                  <a:schemeClr val="lt1"/>
                </a:solidFill>
              </a:defRPr>
            </a:lvl9pPr>
          </a:lstStyle>
          <a:p/>
        </p:txBody>
      </p:sp>
      <p:sp>
        <p:nvSpPr>
          <p:cNvPr id="179" name="Google Shape;179;p35"/>
          <p:cNvSpPr txBox="1"/>
          <p:nvPr>
            <p:ph idx="2" type="subTitle"/>
          </p:nvPr>
        </p:nvSpPr>
        <p:spPr>
          <a:xfrm>
            <a:off x="196950" y="2171250"/>
            <a:ext cx="3986700" cy="5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50"/>
              <a:buFont typeface="DM Sans Medium"/>
              <a:buNone/>
              <a:defRPr sz="185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180" name="Google Shape;180;p35"/>
          <p:cNvSpPr/>
          <p:nvPr>
            <p:ph idx="3" type="pic"/>
          </p:nvPr>
        </p:nvSpPr>
        <p:spPr>
          <a:xfrm>
            <a:off x="4437578" y="2171250"/>
            <a:ext cx="4509600" cy="2775600"/>
          </a:xfrm>
          <a:prstGeom prst="round2DiagRect">
            <a:avLst>
              <a:gd fmla="val 16667" name="adj1"/>
              <a:gd fmla="val 0" name="adj2"/>
            </a:avLst>
          </a:prstGeom>
          <a:noFill/>
          <a:ln>
            <a:noFill/>
          </a:ln>
        </p:spPr>
      </p:sp>
      <p:sp>
        <p:nvSpPr>
          <p:cNvPr id="181" name="Google Shape;181;p35"/>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umber" type="secHead">
  <p:cSld name="SECTION_HEADER">
    <p:spTree>
      <p:nvGrpSpPr>
        <p:cNvPr id="182" name="Shape 182"/>
        <p:cNvGrpSpPr/>
        <p:nvPr/>
      </p:nvGrpSpPr>
      <p:grpSpPr>
        <a:xfrm>
          <a:off x="0" y="0"/>
          <a:ext cx="0" cy="0"/>
          <a:chOff x="0" y="0"/>
          <a:chExt cx="0" cy="0"/>
        </a:xfrm>
      </p:grpSpPr>
      <p:sp>
        <p:nvSpPr>
          <p:cNvPr id="183" name="Google Shape;183;p36"/>
          <p:cNvSpPr txBox="1"/>
          <p:nvPr>
            <p:ph type="title"/>
          </p:nvPr>
        </p:nvSpPr>
        <p:spPr>
          <a:xfrm>
            <a:off x="511953" y="5885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4" name="Google Shape;184;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36"/>
          <p:cNvSpPr txBox="1"/>
          <p:nvPr>
            <p:ph idx="2" type="title"/>
          </p:nvPr>
        </p:nvSpPr>
        <p:spPr>
          <a:xfrm>
            <a:off x="511953" y="14303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6" name="Google Shape;186;p36"/>
          <p:cNvSpPr txBox="1"/>
          <p:nvPr>
            <p:ph idx="3" type="title"/>
          </p:nvPr>
        </p:nvSpPr>
        <p:spPr>
          <a:xfrm>
            <a:off x="511953" y="22721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7" name="Google Shape;187;p36"/>
          <p:cNvSpPr txBox="1"/>
          <p:nvPr>
            <p:ph idx="4" type="title"/>
          </p:nvPr>
        </p:nvSpPr>
        <p:spPr>
          <a:xfrm>
            <a:off x="511953" y="31139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8" name="Google Shape;188;p36"/>
          <p:cNvSpPr txBox="1"/>
          <p:nvPr>
            <p:ph idx="5" type="title"/>
          </p:nvPr>
        </p:nvSpPr>
        <p:spPr>
          <a:xfrm>
            <a:off x="511953" y="39557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9" name="Google Shape;189;p36"/>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90" name="Google Shape;190;p36"/>
          <p:cNvSpPr txBox="1"/>
          <p:nvPr>
            <p:ph idx="6"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type="tx">
  <p:cSld name="TITLE_AND_BODY">
    <p:spTree>
      <p:nvGrpSpPr>
        <p:cNvPr id="191" name="Shape 191"/>
        <p:cNvGrpSpPr/>
        <p:nvPr/>
      </p:nvGrpSpPr>
      <p:grpSpPr>
        <a:xfrm>
          <a:off x="0" y="0"/>
          <a:ext cx="0" cy="0"/>
          <a:chOff x="0" y="0"/>
          <a:chExt cx="0" cy="0"/>
        </a:xfrm>
      </p:grpSpPr>
      <p:sp>
        <p:nvSpPr>
          <p:cNvPr id="192" name="Google Shape;192;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3" name="Google Shape;193;p37"/>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1pPr>
            <a:lvl2pPr lvl="1"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2pPr>
            <a:lvl3pPr lvl="2"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3pPr>
            <a:lvl4pPr lvl="3"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4pPr>
            <a:lvl5pPr lvl="4"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5pPr>
            <a:lvl6pPr lvl="5"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6pPr>
            <a:lvl7pPr lvl="6"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7pPr>
            <a:lvl8pPr lvl="7"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8pPr>
            <a:lvl9pPr lvl="8"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9pPr>
          </a:lstStyle>
          <a:p/>
        </p:txBody>
      </p:sp>
      <p:sp>
        <p:nvSpPr>
          <p:cNvPr id="194" name="Google Shape;194;p37"/>
          <p:cNvSpPr txBox="1"/>
          <p:nvPr>
            <p:ph idx="2" type="body"/>
          </p:nvPr>
        </p:nvSpPr>
        <p:spPr>
          <a:xfrm>
            <a:off x="196951" y="196725"/>
            <a:ext cx="18591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95" name="Google Shape;195;p37"/>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TITLE_AND_BODY_1">
    <p:bg>
      <p:bgPr>
        <a:solidFill>
          <a:schemeClr val="dk1"/>
        </a:solidFill>
      </p:bgPr>
    </p:bg>
    <p:spTree>
      <p:nvGrpSpPr>
        <p:cNvPr id="196" name="Shape 196"/>
        <p:cNvGrpSpPr/>
        <p:nvPr/>
      </p:nvGrpSpPr>
      <p:grpSpPr>
        <a:xfrm>
          <a:off x="0" y="0"/>
          <a:ext cx="0" cy="0"/>
          <a:chOff x="0" y="0"/>
          <a:chExt cx="0" cy="0"/>
        </a:xfrm>
      </p:grpSpPr>
      <p:sp>
        <p:nvSpPr>
          <p:cNvPr id="197" name="Google Shape;197;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98" name="Google Shape;198;p38"/>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1pPr>
            <a:lvl2pPr lvl="1"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2pPr>
            <a:lvl3pPr lvl="2"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3pPr>
            <a:lvl4pPr lvl="3"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4pPr>
            <a:lvl5pPr lvl="4"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5pPr>
            <a:lvl6pPr lvl="5"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6pPr>
            <a:lvl7pPr lvl="6"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7pPr>
            <a:lvl8pPr lvl="7"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8pPr>
            <a:lvl9pPr lvl="8"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9pPr>
          </a:lstStyle>
          <a:p/>
        </p:txBody>
      </p:sp>
      <p:sp>
        <p:nvSpPr>
          <p:cNvPr id="199" name="Google Shape;199;p38"/>
          <p:cNvSpPr txBox="1"/>
          <p:nvPr>
            <p:ph idx="2"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200" name="Google Shape;200;p38"/>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1" type="twoColTx">
  <p:cSld name="TITLE_AND_TWO_COLUMNS">
    <p:spTree>
      <p:nvGrpSpPr>
        <p:cNvPr id="201" name="Shape 201"/>
        <p:cNvGrpSpPr/>
        <p:nvPr/>
      </p:nvGrpSpPr>
      <p:grpSpPr>
        <a:xfrm>
          <a:off x="0" y="0"/>
          <a:ext cx="0" cy="0"/>
          <a:chOff x="0" y="0"/>
          <a:chExt cx="0" cy="0"/>
        </a:xfrm>
      </p:grpSpPr>
      <p:sp>
        <p:nvSpPr>
          <p:cNvPr id="202" name="Google Shape;202;p39"/>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03" name="Google Shape;203;p39"/>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dk1"/>
              </a:buClr>
              <a:buSzPts val="1000"/>
              <a:buChar char="●"/>
              <a:defRPr>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a:solidFill>
                  <a:schemeClr val="dk1"/>
                </a:solidFill>
              </a:defRPr>
            </a:lvl3pPr>
            <a:lvl4pPr indent="-292100" lvl="3" marL="1828800">
              <a:lnSpc>
                <a:spcPct val="100000"/>
              </a:lnSpc>
              <a:spcBef>
                <a:spcPts val="0"/>
              </a:spcBef>
              <a:spcAft>
                <a:spcPts val="0"/>
              </a:spcAft>
              <a:buClr>
                <a:schemeClr val="dk1"/>
              </a:buClr>
              <a:buSzPts val="1000"/>
              <a:buChar char="●"/>
              <a:defRPr>
                <a:solidFill>
                  <a:schemeClr val="dk1"/>
                </a:solidFill>
              </a:defRPr>
            </a:lvl4pPr>
            <a:lvl5pPr indent="-292100" lvl="4" marL="2286000">
              <a:lnSpc>
                <a:spcPct val="100000"/>
              </a:lnSpc>
              <a:spcBef>
                <a:spcPts val="0"/>
              </a:spcBef>
              <a:spcAft>
                <a:spcPts val="0"/>
              </a:spcAft>
              <a:buClr>
                <a:schemeClr val="dk1"/>
              </a:buClr>
              <a:buSzPts val="1000"/>
              <a:buChar char="○"/>
              <a:defRPr>
                <a:solidFill>
                  <a:schemeClr val="dk1"/>
                </a:solidFill>
              </a:defRPr>
            </a:lvl5pPr>
            <a:lvl6pPr indent="-292100" lvl="5" marL="2743200">
              <a:lnSpc>
                <a:spcPct val="100000"/>
              </a:lnSpc>
              <a:spcBef>
                <a:spcPts val="0"/>
              </a:spcBef>
              <a:spcAft>
                <a:spcPts val="0"/>
              </a:spcAft>
              <a:buClr>
                <a:schemeClr val="dk1"/>
              </a:buClr>
              <a:buSzPts val="1000"/>
              <a:buChar char="■"/>
              <a:defRPr>
                <a:solidFill>
                  <a:schemeClr val="dk1"/>
                </a:solidFill>
              </a:defRPr>
            </a:lvl6pPr>
            <a:lvl7pPr indent="-292100" lvl="6" marL="3200400">
              <a:lnSpc>
                <a:spcPct val="100000"/>
              </a:lnSpc>
              <a:spcBef>
                <a:spcPts val="0"/>
              </a:spcBef>
              <a:spcAft>
                <a:spcPts val="0"/>
              </a:spcAft>
              <a:buClr>
                <a:schemeClr val="dk1"/>
              </a:buClr>
              <a:buSzPts val="1000"/>
              <a:buChar char="●"/>
              <a:defRPr>
                <a:solidFill>
                  <a:schemeClr val="dk1"/>
                </a:solidFill>
              </a:defRPr>
            </a:lvl7pPr>
            <a:lvl8pPr indent="-292100" lvl="7" marL="3657600">
              <a:lnSpc>
                <a:spcPct val="100000"/>
              </a:lnSpc>
              <a:spcBef>
                <a:spcPts val="0"/>
              </a:spcBef>
              <a:spcAft>
                <a:spcPts val="0"/>
              </a:spcAft>
              <a:buClr>
                <a:schemeClr val="dk1"/>
              </a:buClr>
              <a:buSzPts val="1000"/>
              <a:buChar char="○"/>
              <a:defRPr>
                <a:solidFill>
                  <a:schemeClr val="dk1"/>
                </a:solidFill>
              </a:defRPr>
            </a:lvl8pPr>
            <a:lvl9pPr indent="-292100" lvl="8" marL="4114800">
              <a:lnSpc>
                <a:spcPct val="100000"/>
              </a:lnSpc>
              <a:spcBef>
                <a:spcPts val="0"/>
              </a:spcBef>
              <a:spcAft>
                <a:spcPts val="0"/>
              </a:spcAft>
              <a:buClr>
                <a:schemeClr val="dk1"/>
              </a:buClr>
              <a:buSzPts val="1000"/>
              <a:buChar char="■"/>
              <a:defRPr>
                <a:solidFill>
                  <a:schemeClr val="dk1"/>
                </a:solidFill>
              </a:defRPr>
            </a:lvl9pPr>
          </a:lstStyle>
          <a:p/>
        </p:txBody>
      </p:sp>
      <p:sp>
        <p:nvSpPr>
          <p:cNvPr id="204" name="Google Shape;204;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5" name="Google Shape;205;p39"/>
          <p:cNvSpPr/>
          <p:nvPr>
            <p:ph idx="2" type="pic"/>
          </p:nvPr>
        </p:nvSpPr>
        <p:spPr>
          <a:xfrm>
            <a:off x="3726325" y="669925"/>
            <a:ext cx="5220900" cy="4276800"/>
          </a:xfrm>
          <a:prstGeom prst="round2DiagRect">
            <a:avLst>
              <a:gd fmla="val 16667" name="adj1"/>
              <a:gd fmla="val 0" name="adj2"/>
            </a:avLst>
          </a:prstGeom>
          <a:noFill/>
          <a:ln>
            <a:noFill/>
          </a:ln>
        </p:spPr>
      </p:sp>
      <p:sp>
        <p:nvSpPr>
          <p:cNvPr id="206" name="Google Shape;206;p39"/>
          <p:cNvSpPr txBox="1"/>
          <p:nvPr>
            <p:ph idx="3"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07" name="Google Shape;207;p39"/>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2">
  <p:cSld name="TITLE_AND_TWO_COLUMNS_1">
    <p:bg>
      <p:bgPr>
        <a:solidFill>
          <a:schemeClr val="dk1"/>
        </a:solidFill>
      </p:bgPr>
    </p:bg>
    <p:spTree>
      <p:nvGrpSpPr>
        <p:cNvPr id="208" name="Shape 208"/>
        <p:cNvGrpSpPr/>
        <p:nvPr/>
      </p:nvGrpSpPr>
      <p:grpSpPr>
        <a:xfrm>
          <a:off x="0" y="0"/>
          <a:ext cx="0" cy="0"/>
          <a:chOff x="0" y="0"/>
          <a:chExt cx="0" cy="0"/>
        </a:xfrm>
      </p:grpSpPr>
      <p:sp>
        <p:nvSpPr>
          <p:cNvPr id="209" name="Google Shape;209;p40"/>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450"/>
              <a:buNone/>
              <a:defRPr>
                <a:solidFill>
                  <a:schemeClr val="lt1"/>
                </a:solidFill>
              </a:defRPr>
            </a:lvl1pPr>
            <a:lvl2pPr lvl="1">
              <a:spcBef>
                <a:spcPts val="0"/>
              </a:spcBef>
              <a:spcAft>
                <a:spcPts val="0"/>
              </a:spcAft>
              <a:buClr>
                <a:schemeClr val="lt1"/>
              </a:buClr>
              <a:buSzPts val="3450"/>
              <a:buNone/>
              <a:defRPr>
                <a:solidFill>
                  <a:schemeClr val="lt1"/>
                </a:solidFill>
              </a:defRPr>
            </a:lvl2pPr>
            <a:lvl3pPr lvl="2">
              <a:spcBef>
                <a:spcPts val="0"/>
              </a:spcBef>
              <a:spcAft>
                <a:spcPts val="0"/>
              </a:spcAft>
              <a:buClr>
                <a:schemeClr val="lt1"/>
              </a:buClr>
              <a:buSzPts val="3450"/>
              <a:buNone/>
              <a:defRPr>
                <a:solidFill>
                  <a:schemeClr val="lt1"/>
                </a:solidFill>
              </a:defRPr>
            </a:lvl3pPr>
            <a:lvl4pPr lvl="3">
              <a:spcBef>
                <a:spcPts val="0"/>
              </a:spcBef>
              <a:spcAft>
                <a:spcPts val="0"/>
              </a:spcAft>
              <a:buClr>
                <a:schemeClr val="lt1"/>
              </a:buClr>
              <a:buSzPts val="3450"/>
              <a:buNone/>
              <a:defRPr>
                <a:solidFill>
                  <a:schemeClr val="lt1"/>
                </a:solidFill>
              </a:defRPr>
            </a:lvl4pPr>
            <a:lvl5pPr lvl="4">
              <a:spcBef>
                <a:spcPts val="0"/>
              </a:spcBef>
              <a:spcAft>
                <a:spcPts val="0"/>
              </a:spcAft>
              <a:buClr>
                <a:schemeClr val="lt1"/>
              </a:buClr>
              <a:buSzPts val="3450"/>
              <a:buNone/>
              <a:defRPr>
                <a:solidFill>
                  <a:schemeClr val="lt1"/>
                </a:solidFill>
              </a:defRPr>
            </a:lvl5pPr>
            <a:lvl6pPr lvl="5">
              <a:spcBef>
                <a:spcPts val="0"/>
              </a:spcBef>
              <a:spcAft>
                <a:spcPts val="0"/>
              </a:spcAft>
              <a:buClr>
                <a:schemeClr val="lt1"/>
              </a:buClr>
              <a:buSzPts val="3450"/>
              <a:buNone/>
              <a:defRPr>
                <a:solidFill>
                  <a:schemeClr val="lt1"/>
                </a:solidFill>
              </a:defRPr>
            </a:lvl6pPr>
            <a:lvl7pPr lvl="6">
              <a:spcBef>
                <a:spcPts val="0"/>
              </a:spcBef>
              <a:spcAft>
                <a:spcPts val="0"/>
              </a:spcAft>
              <a:buClr>
                <a:schemeClr val="lt1"/>
              </a:buClr>
              <a:buSzPts val="3450"/>
              <a:buNone/>
              <a:defRPr>
                <a:solidFill>
                  <a:schemeClr val="lt1"/>
                </a:solidFill>
              </a:defRPr>
            </a:lvl7pPr>
            <a:lvl8pPr lvl="7">
              <a:spcBef>
                <a:spcPts val="0"/>
              </a:spcBef>
              <a:spcAft>
                <a:spcPts val="0"/>
              </a:spcAft>
              <a:buClr>
                <a:schemeClr val="lt1"/>
              </a:buClr>
              <a:buSzPts val="3450"/>
              <a:buNone/>
              <a:defRPr>
                <a:solidFill>
                  <a:schemeClr val="lt1"/>
                </a:solidFill>
              </a:defRPr>
            </a:lvl8pPr>
            <a:lvl9pPr lvl="8">
              <a:spcBef>
                <a:spcPts val="0"/>
              </a:spcBef>
              <a:spcAft>
                <a:spcPts val="0"/>
              </a:spcAft>
              <a:buClr>
                <a:schemeClr val="lt1"/>
              </a:buClr>
              <a:buSzPts val="3450"/>
              <a:buNone/>
              <a:defRPr>
                <a:solidFill>
                  <a:schemeClr val="lt1"/>
                </a:solidFill>
              </a:defRPr>
            </a:lvl9pPr>
          </a:lstStyle>
          <a:p/>
        </p:txBody>
      </p:sp>
      <p:sp>
        <p:nvSpPr>
          <p:cNvPr id="210" name="Google Shape;210;p40"/>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lt1"/>
              </a:buClr>
              <a:buSzPts val="1000"/>
              <a:buChar char="●"/>
              <a:defRPr>
                <a:solidFill>
                  <a:schemeClr val="lt1"/>
                </a:solidFill>
              </a:defRPr>
            </a:lvl1pPr>
            <a:lvl2pPr indent="-292100" lvl="1" marL="914400">
              <a:lnSpc>
                <a:spcPct val="100000"/>
              </a:lnSpc>
              <a:spcBef>
                <a:spcPts val="0"/>
              </a:spcBef>
              <a:spcAft>
                <a:spcPts val="0"/>
              </a:spcAft>
              <a:buClr>
                <a:schemeClr val="lt1"/>
              </a:buClr>
              <a:buSzPts val="1000"/>
              <a:buChar char="○"/>
              <a:defRPr sz="1000">
                <a:solidFill>
                  <a:schemeClr val="lt1"/>
                </a:solidFill>
              </a:defRPr>
            </a:lvl2pPr>
            <a:lvl3pPr indent="-292100" lvl="2" marL="1371600">
              <a:lnSpc>
                <a:spcPct val="100000"/>
              </a:lnSpc>
              <a:spcBef>
                <a:spcPts val="0"/>
              </a:spcBef>
              <a:spcAft>
                <a:spcPts val="0"/>
              </a:spcAft>
              <a:buClr>
                <a:schemeClr val="lt1"/>
              </a:buClr>
              <a:buSzPts val="1000"/>
              <a:buChar char="■"/>
              <a:defRPr>
                <a:solidFill>
                  <a:schemeClr val="lt1"/>
                </a:solidFill>
              </a:defRPr>
            </a:lvl3pPr>
            <a:lvl4pPr indent="-292100" lvl="3" marL="1828800">
              <a:lnSpc>
                <a:spcPct val="100000"/>
              </a:lnSpc>
              <a:spcBef>
                <a:spcPts val="0"/>
              </a:spcBef>
              <a:spcAft>
                <a:spcPts val="0"/>
              </a:spcAft>
              <a:buClr>
                <a:schemeClr val="lt1"/>
              </a:buClr>
              <a:buSzPts val="1000"/>
              <a:buChar char="●"/>
              <a:defRPr>
                <a:solidFill>
                  <a:schemeClr val="lt1"/>
                </a:solidFill>
              </a:defRPr>
            </a:lvl4pPr>
            <a:lvl5pPr indent="-292100" lvl="4" marL="2286000">
              <a:lnSpc>
                <a:spcPct val="100000"/>
              </a:lnSpc>
              <a:spcBef>
                <a:spcPts val="0"/>
              </a:spcBef>
              <a:spcAft>
                <a:spcPts val="0"/>
              </a:spcAft>
              <a:buClr>
                <a:schemeClr val="lt1"/>
              </a:buClr>
              <a:buSzPts val="1000"/>
              <a:buChar char="○"/>
              <a:defRPr>
                <a:solidFill>
                  <a:schemeClr val="lt1"/>
                </a:solidFill>
              </a:defRPr>
            </a:lvl5pPr>
            <a:lvl6pPr indent="-292100" lvl="5" marL="2743200">
              <a:lnSpc>
                <a:spcPct val="100000"/>
              </a:lnSpc>
              <a:spcBef>
                <a:spcPts val="0"/>
              </a:spcBef>
              <a:spcAft>
                <a:spcPts val="0"/>
              </a:spcAft>
              <a:buClr>
                <a:schemeClr val="lt1"/>
              </a:buClr>
              <a:buSzPts val="1000"/>
              <a:buChar char="■"/>
              <a:defRPr>
                <a:solidFill>
                  <a:schemeClr val="lt1"/>
                </a:solidFill>
              </a:defRPr>
            </a:lvl6pPr>
            <a:lvl7pPr indent="-292100" lvl="6" marL="3200400">
              <a:lnSpc>
                <a:spcPct val="100000"/>
              </a:lnSpc>
              <a:spcBef>
                <a:spcPts val="0"/>
              </a:spcBef>
              <a:spcAft>
                <a:spcPts val="0"/>
              </a:spcAft>
              <a:buClr>
                <a:schemeClr val="lt1"/>
              </a:buClr>
              <a:buSzPts val="1000"/>
              <a:buChar char="●"/>
              <a:defRPr>
                <a:solidFill>
                  <a:schemeClr val="lt1"/>
                </a:solidFill>
              </a:defRPr>
            </a:lvl7pPr>
            <a:lvl8pPr indent="-292100" lvl="7" marL="3657600">
              <a:lnSpc>
                <a:spcPct val="100000"/>
              </a:lnSpc>
              <a:spcBef>
                <a:spcPts val="0"/>
              </a:spcBef>
              <a:spcAft>
                <a:spcPts val="0"/>
              </a:spcAft>
              <a:buClr>
                <a:schemeClr val="lt1"/>
              </a:buClr>
              <a:buSzPts val="1000"/>
              <a:buChar char="○"/>
              <a:defRPr>
                <a:solidFill>
                  <a:schemeClr val="lt1"/>
                </a:solidFill>
              </a:defRPr>
            </a:lvl8pPr>
            <a:lvl9pPr indent="-292100" lvl="8" marL="4114800">
              <a:lnSpc>
                <a:spcPct val="100000"/>
              </a:lnSpc>
              <a:spcBef>
                <a:spcPts val="0"/>
              </a:spcBef>
              <a:spcAft>
                <a:spcPts val="0"/>
              </a:spcAft>
              <a:buClr>
                <a:schemeClr val="lt1"/>
              </a:buClr>
              <a:buSzPts val="1000"/>
              <a:buChar char="■"/>
              <a:defRPr>
                <a:solidFill>
                  <a:schemeClr val="lt1"/>
                </a:solidFill>
              </a:defRPr>
            </a:lvl9pPr>
          </a:lstStyle>
          <a:p/>
        </p:txBody>
      </p:sp>
      <p:sp>
        <p:nvSpPr>
          <p:cNvPr id="211" name="Google Shape;211;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40"/>
          <p:cNvSpPr/>
          <p:nvPr>
            <p:ph idx="2" type="pic"/>
          </p:nvPr>
        </p:nvSpPr>
        <p:spPr>
          <a:xfrm>
            <a:off x="3726325" y="669925"/>
            <a:ext cx="5220900" cy="4276800"/>
          </a:xfrm>
          <a:prstGeom prst="round2DiagRect">
            <a:avLst>
              <a:gd fmla="val 16667" name="adj1"/>
              <a:gd fmla="val 0" name="adj2"/>
            </a:avLst>
          </a:prstGeom>
          <a:noFill/>
          <a:ln>
            <a:noFill/>
          </a:ln>
        </p:spPr>
      </p:sp>
      <p:sp>
        <p:nvSpPr>
          <p:cNvPr id="213" name="Google Shape;213;p40"/>
          <p:cNvSpPr txBox="1"/>
          <p:nvPr>
            <p:ph idx="3"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214" name="Google Shape;214;p40"/>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
        <p:nvSpPr>
          <p:cNvPr id="215" name="Google Shape;215;p40"/>
          <p:cNvSpPr txBox="1"/>
          <p:nvPr>
            <p:ph idx="5"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chart">
  <p:cSld name="SECTION_TITLE_AND_DESCRIPTION">
    <p:bg>
      <p:bgPr>
        <a:solidFill>
          <a:schemeClr val="lt2"/>
        </a:solidFill>
      </p:bgPr>
    </p:bg>
    <p:spTree>
      <p:nvGrpSpPr>
        <p:cNvPr id="216" name="Shape 216"/>
        <p:cNvGrpSpPr/>
        <p:nvPr/>
      </p:nvGrpSpPr>
      <p:grpSpPr>
        <a:xfrm>
          <a:off x="0" y="0"/>
          <a:ext cx="0" cy="0"/>
          <a:chOff x="0" y="0"/>
          <a:chExt cx="0" cy="0"/>
        </a:xfrm>
      </p:grpSpPr>
      <p:sp>
        <p:nvSpPr>
          <p:cNvPr id="217" name="Google Shape;217;p41"/>
          <p:cNvSpPr/>
          <p:nvPr/>
        </p:nvSpPr>
        <p:spPr>
          <a:xfrm>
            <a:off x="4305000" y="-125"/>
            <a:ext cx="4839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218" name="Google Shape;218;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219" name="Google Shape;219;p41"/>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3450"/>
              <a:buNone/>
              <a:defRPr>
                <a:solidFill>
                  <a:schemeClr val="dk2"/>
                </a:solidFill>
              </a:defRPr>
            </a:lvl1pPr>
            <a:lvl2pPr lvl="1">
              <a:spcBef>
                <a:spcPts val="0"/>
              </a:spcBef>
              <a:spcAft>
                <a:spcPts val="0"/>
              </a:spcAft>
              <a:buClr>
                <a:schemeClr val="dk2"/>
              </a:buClr>
              <a:buSzPts val="3450"/>
              <a:buNone/>
              <a:defRPr>
                <a:solidFill>
                  <a:schemeClr val="dk2"/>
                </a:solidFill>
              </a:defRPr>
            </a:lvl2pPr>
            <a:lvl3pPr lvl="2">
              <a:spcBef>
                <a:spcPts val="0"/>
              </a:spcBef>
              <a:spcAft>
                <a:spcPts val="0"/>
              </a:spcAft>
              <a:buClr>
                <a:schemeClr val="dk2"/>
              </a:buClr>
              <a:buSzPts val="3450"/>
              <a:buNone/>
              <a:defRPr>
                <a:solidFill>
                  <a:schemeClr val="dk2"/>
                </a:solidFill>
              </a:defRPr>
            </a:lvl3pPr>
            <a:lvl4pPr lvl="3">
              <a:spcBef>
                <a:spcPts val="0"/>
              </a:spcBef>
              <a:spcAft>
                <a:spcPts val="0"/>
              </a:spcAft>
              <a:buClr>
                <a:schemeClr val="dk2"/>
              </a:buClr>
              <a:buSzPts val="3450"/>
              <a:buNone/>
              <a:defRPr>
                <a:solidFill>
                  <a:schemeClr val="dk2"/>
                </a:solidFill>
              </a:defRPr>
            </a:lvl4pPr>
            <a:lvl5pPr lvl="4">
              <a:spcBef>
                <a:spcPts val="0"/>
              </a:spcBef>
              <a:spcAft>
                <a:spcPts val="0"/>
              </a:spcAft>
              <a:buClr>
                <a:schemeClr val="dk2"/>
              </a:buClr>
              <a:buSzPts val="3450"/>
              <a:buNone/>
              <a:defRPr>
                <a:solidFill>
                  <a:schemeClr val="dk2"/>
                </a:solidFill>
              </a:defRPr>
            </a:lvl5pPr>
            <a:lvl6pPr lvl="5">
              <a:spcBef>
                <a:spcPts val="0"/>
              </a:spcBef>
              <a:spcAft>
                <a:spcPts val="0"/>
              </a:spcAft>
              <a:buClr>
                <a:schemeClr val="dk2"/>
              </a:buClr>
              <a:buSzPts val="3450"/>
              <a:buNone/>
              <a:defRPr>
                <a:solidFill>
                  <a:schemeClr val="dk2"/>
                </a:solidFill>
              </a:defRPr>
            </a:lvl6pPr>
            <a:lvl7pPr lvl="6">
              <a:spcBef>
                <a:spcPts val="0"/>
              </a:spcBef>
              <a:spcAft>
                <a:spcPts val="0"/>
              </a:spcAft>
              <a:buClr>
                <a:schemeClr val="dk2"/>
              </a:buClr>
              <a:buSzPts val="3450"/>
              <a:buNone/>
              <a:defRPr>
                <a:solidFill>
                  <a:schemeClr val="dk2"/>
                </a:solidFill>
              </a:defRPr>
            </a:lvl7pPr>
            <a:lvl8pPr lvl="7">
              <a:spcBef>
                <a:spcPts val="0"/>
              </a:spcBef>
              <a:spcAft>
                <a:spcPts val="0"/>
              </a:spcAft>
              <a:buClr>
                <a:schemeClr val="dk2"/>
              </a:buClr>
              <a:buSzPts val="3450"/>
              <a:buNone/>
              <a:defRPr>
                <a:solidFill>
                  <a:schemeClr val="dk2"/>
                </a:solidFill>
              </a:defRPr>
            </a:lvl8pPr>
            <a:lvl9pPr lvl="8">
              <a:spcBef>
                <a:spcPts val="0"/>
              </a:spcBef>
              <a:spcAft>
                <a:spcPts val="0"/>
              </a:spcAft>
              <a:buClr>
                <a:schemeClr val="dk2"/>
              </a:buClr>
              <a:buSzPts val="3450"/>
              <a:buNone/>
              <a:defRPr>
                <a:solidFill>
                  <a:schemeClr val="dk2"/>
                </a:solidFill>
              </a:defRPr>
            </a:lvl9pPr>
          </a:lstStyle>
          <a:p/>
        </p:txBody>
      </p:sp>
      <p:sp>
        <p:nvSpPr>
          <p:cNvPr id="220" name="Google Shape;220;p41"/>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a:lvl3pPr>
            <a:lvl4pPr indent="-292100" lvl="3" marL="1828800">
              <a:lnSpc>
                <a:spcPct val="100000"/>
              </a:lnSpc>
              <a:spcBef>
                <a:spcPts val="0"/>
              </a:spcBef>
              <a:spcAft>
                <a:spcPts val="0"/>
              </a:spcAft>
              <a:buSzPts val="1000"/>
              <a:buChar char="●"/>
              <a:defRPr/>
            </a:lvl4pPr>
            <a:lvl5pPr indent="-292100" lvl="4" marL="2286000">
              <a:lnSpc>
                <a:spcPct val="100000"/>
              </a:lnSpc>
              <a:spcBef>
                <a:spcPts val="0"/>
              </a:spcBef>
              <a:spcAft>
                <a:spcPts val="0"/>
              </a:spcAft>
              <a:buSzPts val="1000"/>
              <a:buChar char="○"/>
              <a:defRPr/>
            </a:lvl5pPr>
            <a:lvl6pPr indent="-292100" lvl="5" marL="2743200">
              <a:lnSpc>
                <a:spcPct val="100000"/>
              </a:lnSpc>
              <a:spcBef>
                <a:spcPts val="0"/>
              </a:spcBef>
              <a:spcAft>
                <a:spcPts val="0"/>
              </a:spcAft>
              <a:buSzPts val="1000"/>
              <a:buChar char="■"/>
              <a:defRPr/>
            </a:lvl6pPr>
            <a:lvl7pPr indent="-292100" lvl="6" marL="3200400">
              <a:lnSpc>
                <a:spcPct val="100000"/>
              </a:lnSpc>
              <a:spcBef>
                <a:spcPts val="0"/>
              </a:spcBef>
              <a:spcAft>
                <a:spcPts val="0"/>
              </a:spcAft>
              <a:buSzPts val="1000"/>
              <a:buChar char="●"/>
              <a:defRPr/>
            </a:lvl7pPr>
            <a:lvl8pPr indent="-292100" lvl="7" marL="3657600">
              <a:lnSpc>
                <a:spcPct val="100000"/>
              </a:lnSpc>
              <a:spcBef>
                <a:spcPts val="0"/>
              </a:spcBef>
              <a:spcAft>
                <a:spcPts val="0"/>
              </a:spcAft>
              <a:buSzPts val="1000"/>
              <a:buChar char="○"/>
              <a:defRPr/>
            </a:lvl8pPr>
            <a:lvl9pPr indent="-292100" lvl="8" marL="4114800">
              <a:lnSpc>
                <a:spcPct val="100000"/>
              </a:lnSpc>
              <a:spcBef>
                <a:spcPts val="0"/>
              </a:spcBef>
              <a:spcAft>
                <a:spcPts val="0"/>
              </a:spcAft>
              <a:buSzPts val="1000"/>
              <a:buChar char="■"/>
              <a:defRPr/>
            </a:lvl9pPr>
          </a:lstStyle>
          <a:p/>
        </p:txBody>
      </p:sp>
      <p:sp>
        <p:nvSpPr>
          <p:cNvPr id="221" name="Google Shape;221;p41"/>
          <p:cNvSpPr txBox="1"/>
          <p:nvPr>
            <p:ph idx="2"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22" name="Google Shape;222;p41"/>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p:cSld name="CAPTION_ONLY">
    <p:bg>
      <p:bgPr>
        <a:solidFill>
          <a:schemeClr val="lt2"/>
        </a:solidFill>
      </p:bgPr>
    </p:bg>
    <p:spTree>
      <p:nvGrpSpPr>
        <p:cNvPr id="223" name="Shape 223"/>
        <p:cNvGrpSpPr/>
        <p:nvPr/>
      </p:nvGrpSpPr>
      <p:grpSpPr>
        <a:xfrm>
          <a:off x="0" y="0"/>
          <a:ext cx="0" cy="0"/>
          <a:chOff x="0" y="0"/>
          <a:chExt cx="0" cy="0"/>
        </a:xfrm>
      </p:grpSpPr>
      <p:sp>
        <p:nvSpPr>
          <p:cNvPr id="224" name="Google Shape;224;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225" name="Google Shape;225;p42"/>
          <p:cNvSpPr txBox="1"/>
          <p:nvPr>
            <p:ph idx="1" type="body"/>
          </p:nvPr>
        </p:nvSpPr>
        <p:spPr>
          <a:xfrm>
            <a:off x="203000" y="89145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26" name="Google Shape;226;p42"/>
          <p:cNvSpPr txBox="1"/>
          <p:nvPr>
            <p:ph idx="2" type="body"/>
          </p:nvPr>
        </p:nvSpPr>
        <p:spPr>
          <a:xfrm>
            <a:off x="2030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27" name="Google Shape;227;p42"/>
          <p:cNvSpPr txBox="1"/>
          <p:nvPr>
            <p:ph idx="3" type="body"/>
          </p:nvPr>
        </p:nvSpPr>
        <p:spPr>
          <a:xfrm>
            <a:off x="2030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28" name="Google Shape;228;p42"/>
          <p:cNvSpPr txBox="1"/>
          <p:nvPr>
            <p:ph idx="4" type="body"/>
          </p:nvPr>
        </p:nvSpPr>
        <p:spPr>
          <a:xfrm>
            <a:off x="2030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29" name="Google Shape;229;p42"/>
          <p:cNvSpPr txBox="1"/>
          <p:nvPr>
            <p:ph idx="5" type="body"/>
          </p:nvPr>
        </p:nvSpPr>
        <p:spPr>
          <a:xfrm>
            <a:off x="2030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0" name="Google Shape;230;p42"/>
          <p:cNvSpPr txBox="1"/>
          <p:nvPr>
            <p:ph idx="6" type="body"/>
          </p:nvPr>
        </p:nvSpPr>
        <p:spPr>
          <a:xfrm>
            <a:off x="2030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31" name="Google Shape;231;p42"/>
          <p:cNvSpPr txBox="1"/>
          <p:nvPr>
            <p:ph idx="7" type="body"/>
          </p:nvPr>
        </p:nvSpPr>
        <p:spPr>
          <a:xfrm>
            <a:off x="2030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2" name="Google Shape;232;p42"/>
          <p:cNvSpPr txBox="1"/>
          <p:nvPr>
            <p:ph idx="8" type="body"/>
          </p:nvPr>
        </p:nvSpPr>
        <p:spPr>
          <a:xfrm>
            <a:off x="203000" y="386240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3" name="Google Shape;233;p42"/>
          <p:cNvSpPr txBox="1"/>
          <p:nvPr>
            <p:ph idx="9" type="body"/>
          </p:nvPr>
        </p:nvSpPr>
        <p:spPr>
          <a:xfrm>
            <a:off x="2030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34" name="Google Shape;234;p42"/>
          <p:cNvSpPr txBox="1"/>
          <p:nvPr>
            <p:ph idx="13" type="body"/>
          </p:nvPr>
        </p:nvSpPr>
        <p:spPr>
          <a:xfrm>
            <a:off x="32496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5" name="Google Shape;235;p42"/>
          <p:cNvSpPr txBox="1"/>
          <p:nvPr>
            <p:ph idx="14" type="body"/>
          </p:nvPr>
        </p:nvSpPr>
        <p:spPr>
          <a:xfrm>
            <a:off x="32496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6" name="Google Shape;236;p42"/>
          <p:cNvSpPr txBox="1"/>
          <p:nvPr>
            <p:ph idx="15" type="body"/>
          </p:nvPr>
        </p:nvSpPr>
        <p:spPr>
          <a:xfrm>
            <a:off x="32496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37" name="Google Shape;237;p42"/>
          <p:cNvSpPr txBox="1"/>
          <p:nvPr>
            <p:ph idx="16" type="body"/>
          </p:nvPr>
        </p:nvSpPr>
        <p:spPr>
          <a:xfrm>
            <a:off x="32496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8" name="Google Shape;238;p42"/>
          <p:cNvSpPr txBox="1"/>
          <p:nvPr>
            <p:ph idx="17" type="body"/>
          </p:nvPr>
        </p:nvSpPr>
        <p:spPr>
          <a:xfrm>
            <a:off x="32496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9" name="Google Shape;239;p42"/>
          <p:cNvSpPr txBox="1"/>
          <p:nvPr>
            <p:ph idx="18" type="body"/>
          </p:nvPr>
        </p:nvSpPr>
        <p:spPr>
          <a:xfrm>
            <a:off x="32496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0" name="Google Shape;240;p42"/>
          <p:cNvSpPr txBox="1"/>
          <p:nvPr>
            <p:ph idx="19" type="body"/>
          </p:nvPr>
        </p:nvSpPr>
        <p:spPr>
          <a:xfrm>
            <a:off x="32496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1" name="Google Shape;241;p42"/>
          <p:cNvSpPr txBox="1"/>
          <p:nvPr>
            <p:ph idx="20" type="body"/>
          </p:nvPr>
        </p:nvSpPr>
        <p:spPr>
          <a:xfrm>
            <a:off x="32496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2" name="Google Shape;242;p42"/>
          <p:cNvSpPr txBox="1"/>
          <p:nvPr>
            <p:ph idx="21" type="body"/>
          </p:nvPr>
        </p:nvSpPr>
        <p:spPr>
          <a:xfrm>
            <a:off x="32496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3" name="Google Shape;243;p42"/>
          <p:cNvSpPr txBox="1"/>
          <p:nvPr>
            <p:ph idx="22" type="body"/>
          </p:nvPr>
        </p:nvSpPr>
        <p:spPr>
          <a:xfrm>
            <a:off x="62962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4" name="Google Shape;244;p42"/>
          <p:cNvSpPr txBox="1"/>
          <p:nvPr>
            <p:ph idx="23" type="body"/>
          </p:nvPr>
        </p:nvSpPr>
        <p:spPr>
          <a:xfrm>
            <a:off x="62962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5" name="Google Shape;245;p42"/>
          <p:cNvSpPr txBox="1"/>
          <p:nvPr>
            <p:ph idx="24" type="body"/>
          </p:nvPr>
        </p:nvSpPr>
        <p:spPr>
          <a:xfrm>
            <a:off x="62962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6" name="Google Shape;246;p42"/>
          <p:cNvSpPr txBox="1"/>
          <p:nvPr>
            <p:ph idx="25" type="body"/>
          </p:nvPr>
        </p:nvSpPr>
        <p:spPr>
          <a:xfrm>
            <a:off x="62962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7" name="Google Shape;247;p42"/>
          <p:cNvSpPr txBox="1"/>
          <p:nvPr>
            <p:ph idx="26" type="body"/>
          </p:nvPr>
        </p:nvSpPr>
        <p:spPr>
          <a:xfrm>
            <a:off x="62962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8" name="Google Shape;248;p42"/>
          <p:cNvSpPr txBox="1"/>
          <p:nvPr>
            <p:ph idx="27" type="body"/>
          </p:nvPr>
        </p:nvSpPr>
        <p:spPr>
          <a:xfrm>
            <a:off x="62962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9" name="Google Shape;249;p42"/>
          <p:cNvSpPr txBox="1"/>
          <p:nvPr>
            <p:ph idx="28" type="body"/>
          </p:nvPr>
        </p:nvSpPr>
        <p:spPr>
          <a:xfrm>
            <a:off x="62962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50" name="Google Shape;250;p42"/>
          <p:cNvSpPr txBox="1"/>
          <p:nvPr>
            <p:ph idx="29" type="body"/>
          </p:nvPr>
        </p:nvSpPr>
        <p:spPr>
          <a:xfrm>
            <a:off x="62962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51" name="Google Shape;251;p42"/>
          <p:cNvSpPr txBox="1"/>
          <p:nvPr>
            <p:ph idx="30" type="body"/>
          </p:nvPr>
        </p:nvSpPr>
        <p:spPr>
          <a:xfrm>
            <a:off x="6296200" y="4130600"/>
            <a:ext cx="2644800" cy="268200"/>
          </a:xfrm>
          <a:prstGeom prst="rect">
            <a:avLst/>
          </a:prstGeom>
        </p:spPr>
        <p:txBody>
          <a:bodyPr anchorCtr="0" anchor="t" bIns="91425" lIns="91425" spcFirstLastPara="1" rIns="91425" wrap="square" tIns="91425">
            <a:no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52" name="Google Shape;252;p42"/>
          <p:cNvSpPr txBox="1"/>
          <p:nvPr>
            <p:ph idx="31"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53" name="Google Shape;253;p42"/>
          <p:cNvSpPr txBox="1"/>
          <p:nvPr>
            <p:ph idx="3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SzPts val="800"/>
              <a:buChar char="●"/>
              <a:defRPr sz="800"/>
            </a:lvl1pPr>
            <a:lvl2pPr indent="-279400" lvl="1" marL="914400" algn="r">
              <a:spcBef>
                <a:spcPts val="0"/>
              </a:spcBef>
              <a:spcAft>
                <a:spcPts val="0"/>
              </a:spcAft>
              <a:buSzPts val="800"/>
              <a:buChar char="○"/>
              <a:defRPr/>
            </a:lvl2pPr>
            <a:lvl3pPr indent="-279400" lvl="2" marL="1371600" algn="r">
              <a:spcBef>
                <a:spcPts val="0"/>
              </a:spcBef>
              <a:spcAft>
                <a:spcPts val="0"/>
              </a:spcAft>
              <a:buSzPts val="800"/>
              <a:buChar char="■"/>
              <a:defRPr sz="800"/>
            </a:lvl3pPr>
            <a:lvl4pPr indent="-279400" lvl="3" marL="1828800" algn="r">
              <a:spcBef>
                <a:spcPts val="0"/>
              </a:spcBef>
              <a:spcAft>
                <a:spcPts val="0"/>
              </a:spcAft>
              <a:buSzPts val="800"/>
              <a:buChar char="●"/>
              <a:defRPr sz="800"/>
            </a:lvl4pPr>
            <a:lvl5pPr indent="-279400" lvl="4" marL="2286000" algn="r">
              <a:spcBef>
                <a:spcPts val="0"/>
              </a:spcBef>
              <a:spcAft>
                <a:spcPts val="0"/>
              </a:spcAft>
              <a:buSzPts val="800"/>
              <a:buChar char="○"/>
              <a:defRPr sz="800"/>
            </a:lvl5pPr>
            <a:lvl6pPr indent="-279400" lvl="5" marL="2743200" algn="r">
              <a:spcBef>
                <a:spcPts val="0"/>
              </a:spcBef>
              <a:spcAft>
                <a:spcPts val="0"/>
              </a:spcAft>
              <a:buSzPts val="800"/>
              <a:buChar char="■"/>
              <a:defRPr sz="800"/>
            </a:lvl6pPr>
            <a:lvl7pPr indent="-279400" lvl="6" marL="3200400" algn="r">
              <a:spcBef>
                <a:spcPts val="0"/>
              </a:spcBef>
              <a:spcAft>
                <a:spcPts val="0"/>
              </a:spcAft>
              <a:buSzPts val="800"/>
              <a:buChar char="●"/>
              <a:defRPr sz="800"/>
            </a:lvl7pPr>
            <a:lvl8pPr indent="-279400" lvl="7" marL="3657600" algn="r">
              <a:spcBef>
                <a:spcPts val="0"/>
              </a:spcBef>
              <a:spcAft>
                <a:spcPts val="0"/>
              </a:spcAft>
              <a:buSzPts val="800"/>
              <a:buChar char="○"/>
              <a:defRPr sz="800"/>
            </a:lvl8pPr>
            <a:lvl9pPr indent="-279400" lvl="8" marL="4114800" algn="r">
              <a:spcBef>
                <a:spcPts val="0"/>
              </a:spcBef>
              <a:spcAft>
                <a:spcPts val="0"/>
              </a:spcAft>
              <a:buSzPts val="800"/>
              <a:buChar char="■"/>
              <a:defRPr sz="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p:cSld name="CUSTOM">
    <p:spTree>
      <p:nvGrpSpPr>
        <p:cNvPr id="254" name="Shape 254"/>
        <p:cNvGrpSpPr/>
        <p:nvPr/>
      </p:nvGrpSpPr>
      <p:grpSpPr>
        <a:xfrm>
          <a:off x="0" y="0"/>
          <a:ext cx="0" cy="0"/>
          <a:chOff x="0" y="0"/>
          <a:chExt cx="0" cy="0"/>
        </a:xfrm>
      </p:grpSpPr>
      <p:sp>
        <p:nvSpPr>
          <p:cNvPr id="255" name="Google Shape;255;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6" name="Google Shape;256;p43"/>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57" name="Google Shape;257;p43"/>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theme" Target="../theme/theme1.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1pPr>
            <a:lvl2pPr lvl="1">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2pPr>
            <a:lvl3pPr lvl="2">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3pPr>
            <a:lvl4pPr lvl="3">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4pPr>
            <a:lvl5pPr lvl="4">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5pPr>
            <a:lvl6pPr lvl="5">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6pPr>
            <a:lvl7pPr lvl="6">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7pPr>
            <a:lvl8pPr lvl="7">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8pPr>
            <a:lvl9pPr lvl="8">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9pPr>
          </a:lstStyle>
          <a:p/>
        </p:txBody>
      </p:sp>
      <p:sp>
        <p:nvSpPr>
          <p:cNvPr id="52" name="Google Shape;52;p13"/>
          <p:cNvSpPr txBox="1"/>
          <p:nvPr>
            <p:ph idx="1" type="body"/>
          </p:nvPr>
        </p:nvSpPr>
        <p:spPr>
          <a:xfrm>
            <a:off x="311700" y="1152475"/>
            <a:ext cx="8520600" cy="1760100"/>
          </a:xfrm>
          <a:prstGeom prst="rect">
            <a:avLst/>
          </a:prstGeom>
          <a:noFill/>
          <a:ln>
            <a:noFill/>
          </a:ln>
        </p:spPr>
        <p:txBody>
          <a:bodyPr anchorCtr="0" anchor="t" bIns="91425" lIns="91425" spcFirstLastPara="1" rIns="91425" wrap="square" tIns="91425">
            <a:normAutofit/>
          </a:bodyPr>
          <a:lstStyle>
            <a:lvl1pPr indent="-292100" lvl="0" marL="457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1pPr>
            <a:lvl2pPr indent="-279400" lvl="1" marL="914400">
              <a:lnSpc>
                <a:spcPct val="115000"/>
              </a:lnSpc>
              <a:spcBef>
                <a:spcPts val="0"/>
              </a:spcBef>
              <a:spcAft>
                <a:spcPts val="0"/>
              </a:spcAft>
              <a:buClr>
                <a:schemeClr val="dk2"/>
              </a:buClr>
              <a:buSzPts val="800"/>
              <a:buFont typeface="DM Sans"/>
              <a:buChar char="○"/>
              <a:defRPr sz="800">
                <a:solidFill>
                  <a:schemeClr val="dk2"/>
                </a:solidFill>
                <a:latin typeface="DM Sans"/>
                <a:ea typeface="DM Sans"/>
                <a:cs typeface="DM Sans"/>
                <a:sym typeface="DM Sans"/>
              </a:defRPr>
            </a:lvl2pPr>
            <a:lvl3pPr indent="-292100" lvl="2" marL="1371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3pPr>
            <a:lvl4pPr indent="-292100" lvl="3" marL="1828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4pPr>
            <a:lvl5pPr indent="-292100" lvl="4" marL="22860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5pPr>
            <a:lvl6pPr indent="-292100" lvl="5" marL="2743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6pPr>
            <a:lvl7pPr indent="-292100" lvl="6" marL="32004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7pPr>
            <a:lvl8pPr indent="-292100" lvl="7" marL="3657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8pPr>
            <a:lvl9pPr indent="-292100" lvl="8" marL="4114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800">
                <a:solidFill>
                  <a:schemeClr val="dk1"/>
                </a:solidFill>
                <a:latin typeface="DM Sans"/>
                <a:ea typeface="DM Sans"/>
                <a:cs typeface="DM Sans"/>
                <a:sym typeface="DM Sans"/>
              </a:defRPr>
            </a:lvl1pPr>
            <a:lvl2pPr lvl="1" algn="r">
              <a:buNone/>
              <a:defRPr sz="800">
                <a:solidFill>
                  <a:schemeClr val="dk1"/>
                </a:solidFill>
                <a:latin typeface="DM Sans"/>
                <a:ea typeface="DM Sans"/>
                <a:cs typeface="DM Sans"/>
                <a:sym typeface="DM Sans"/>
              </a:defRPr>
            </a:lvl2pPr>
            <a:lvl3pPr lvl="2" algn="r">
              <a:buNone/>
              <a:defRPr sz="800">
                <a:solidFill>
                  <a:schemeClr val="dk1"/>
                </a:solidFill>
                <a:latin typeface="DM Sans"/>
                <a:ea typeface="DM Sans"/>
                <a:cs typeface="DM Sans"/>
                <a:sym typeface="DM Sans"/>
              </a:defRPr>
            </a:lvl3pPr>
            <a:lvl4pPr lvl="3" algn="r">
              <a:buNone/>
              <a:defRPr sz="800">
                <a:solidFill>
                  <a:schemeClr val="dk1"/>
                </a:solidFill>
                <a:latin typeface="DM Sans"/>
                <a:ea typeface="DM Sans"/>
                <a:cs typeface="DM Sans"/>
                <a:sym typeface="DM Sans"/>
              </a:defRPr>
            </a:lvl4pPr>
            <a:lvl5pPr lvl="4" algn="r">
              <a:buNone/>
              <a:defRPr sz="800">
                <a:solidFill>
                  <a:schemeClr val="dk1"/>
                </a:solidFill>
                <a:latin typeface="DM Sans"/>
                <a:ea typeface="DM Sans"/>
                <a:cs typeface="DM Sans"/>
                <a:sym typeface="DM Sans"/>
              </a:defRPr>
            </a:lvl5pPr>
            <a:lvl6pPr lvl="5" algn="r">
              <a:buNone/>
              <a:defRPr sz="800">
                <a:solidFill>
                  <a:schemeClr val="dk1"/>
                </a:solidFill>
                <a:latin typeface="DM Sans"/>
                <a:ea typeface="DM Sans"/>
                <a:cs typeface="DM Sans"/>
                <a:sym typeface="DM Sans"/>
              </a:defRPr>
            </a:lvl6pPr>
            <a:lvl7pPr lvl="6" algn="r">
              <a:buNone/>
              <a:defRPr sz="800">
                <a:solidFill>
                  <a:schemeClr val="dk1"/>
                </a:solidFill>
                <a:latin typeface="DM Sans"/>
                <a:ea typeface="DM Sans"/>
                <a:cs typeface="DM Sans"/>
                <a:sym typeface="DM Sans"/>
              </a:defRPr>
            </a:lvl7pPr>
            <a:lvl8pPr lvl="7" algn="r">
              <a:buNone/>
              <a:defRPr sz="800">
                <a:solidFill>
                  <a:schemeClr val="dk1"/>
                </a:solidFill>
                <a:latin typeface="DM Sans"/>
                <a:ea typeface="DM Sans"/>
                <a:cs typeface="DM Sans"/>
                <a:sym typeface="DM Sans"/>
              </a:defRPr>
            </a:lvl8pPr>
            <a:lvl9pPr lvl="8" algn="r">
              <a:buNone/>
              <a:defRPr sz="8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24">
          <p15:clr>
            <a:srgbClr val="E46962"/>
          </p15:clr>
        </p15:guide>
        <p15:guide id="2" orient="horz" pos="124">
          <p15:clr>
            <a:srgbClr val="E46962"/>
          </p15:clr>
        </p15:guide>
        <p15:guide id="3" pos="5636">
          <p15:clr>
            <a:srgbClr val="E46962"/>
          </p15:clr>
        </p15:guide>
        <p15:guide id="4" orient="horz" pos="3116">
          <p15:clr>
            <a:srgbClr val="E46962"/>
          </p15:clr>
        </p15:guide>
        <p15:guide id="5" pos="1296">
          <p15:clr>
            <a:srgbClr val="E46962"/>
          </p15:clr>
        </p15:guide>
        <p15:guide id="6" pos="4465">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4"/>
          <p:cNvSpPr txBox="1"/>
          <p:nvPr>
            <p:ph type="ctrTitle"/>
          </p:nvPr>
        </p:nvSpPr>
        <p:spPr>
          <a:xfrm>
            <a:off x="196950" y="223825"/>
            <a:ext cx="8749800" cy="187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50"/>
              <a:t>Testing the effects of predator </a:t>
            </a:r>
            <a:r>
              <a:rPr lang="en" sz="3450"/>
              <a:t>presence</a:t>
            </a:r>
            <a:r>
              <a:rPr lang="en" sz="3450"/>
              <a:t> and temperature on metabolic response in </a:t>
            </a:r>
            <a:r>
              <a:rPr i="1" lang="en" sz="3450"/>
              <a:t>Hemigrapsus oregenensis</a:t>
            </a:r>
            <a:endParaRPr i="1" sz="3450"/>
          </a:p>
        </p:txBody>
      </p:sp>
      <p:sp>
        <p:nvSpPr>
          <p:cNvPr id="263" name="Google Shape;263;p44"/>
          <p:cNvSpPr txBox="1"/>
          <p:nvPr>
            <p:ph idx="2" type="subTitle"/>
          </p:nvPr>
        </p:nvSpPr>
        <p:spPr>
          <a:xfrm>
            <a:off x="196950" y="2171250"/>
            <a:ext cx="3986700" cy="55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Joshua Johns, Brian Lam, Riley Matthiessen</a:t>
            </a:r>
            <a:endParaRPr/>
          </a:p>
        </p:txBody>
      </p:sp>
      <p:pic>
        <p:nvPicPr>
          <p:cNvPr descr="Blue and green wave pattern. " id="264" name="Google Shape;264;p44"/>
          <p:cNvPicPr preferRelativeResize="0"/>
          <p:nvPr>
            <p:ph idx="3" type="pic"/>
          </p:nvPr>
        </p:nvPicPr>
        <p:blipFill rotWithShape="1">
          <a:blip r:embed="rId3">
            <a:alphaModFix/>
          </a:blip>
          <a:srcRect b="797" l="0" r="0" t="797"/>
          <a:stretch/>
        </p:blipFill>
        <p:spPr>
          <a:xfrm>
            <a:off x="4437578" y="2171250"/>
            <a:ext cx="4509600" cy="2775600"/>
          </a:xfrm>
          <a:prstGeom prst="round2DiagRect">
            <a:avLst>
              <a:gd fmla="val 16667" name="adj1"/>
              <a:gd fmla="val 0" name="adj2"/>
            </a:avLst>
          </a:prstGeom>
        </p:spPr>
      </p:pic>
      <p:pic>
        <p:nvPicPr>
          <p:cNvPr id="265" name="Google Shape;265;p44"/>
          <p:cNvPicPr preferRelativeResize="0"/>
          <p:nvPr/>
        </p:nvPicPr>
        <p:blipFill>
          <a:blip r:embed="rId4">
            <a:alphaModFix/>
          </a:blip>
          <a:stretch>
            <a:fillRect/>
          </a:stretch>
        </p:blipFill>
        <p:spPr>
          <a:xfrm>
            <a:off x="4437575" y="2171250"/>
            <a:ext cx="4509600" cy="2775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5"/>
          <p:cNvSpPr txBox="1"/>
          <p:nvPr>
            <p:ph idx="6" type="subTitle"/>
          </p:nvPr>
        </p:nvSpPr>
        <p:spPr>
          <a:xfrm>
            <a:off x="4938713" y="1038582"/>
            <a:ext cx="38385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Relevance</a:t>
            </a:r>
            <a:endParaRPr/>
          </a:p>
        </p:txBody>
      </p:sp>
      <p:sp>
        <p:nvSpPr>
          <p:cNvPr id="271" name="Google Shape;271;p45"/>
          <p:cNvSpPr txBox="1"/>
          <p:nvPr>
            <p:ph idx="2" type="body"/>
          </p:nvPr>
        </p:nvSpPr>
        <p:spPr>
          <a:xfrm>
            <a:off x="4938725" y="1519780"/>
            <a:ext cx="3838500" cy="1986300"/>
          </a:xfrm>
          <a:prstGeom prst="rect">
            <a:avLst/>
          </a:prstGeom>
        </p:spPr>
        <p:txBody>
          <a:bodyPr anchorCtr="0" anchor="t" bIns="91425" lIns="91425" spcFirstLastPara="1" rIns="91425" wrap="square" tIns="91425">
            <a:normAutofit/>
          </a:bodyPr>
          <a:lstStyle/>
          <a:p>
            <a:pPr indent="-307975" lvl="0" marL="457200" rtl="0" algn="l">
              <a:spcBef>
                <a:spcPts val="0"/>
              </a:spcBef>
              <a:spcAft>
                <a:spcPts val="0"/>
              </a:spcAft>
              <a:buSzPts val="1250"/>
              <a:buChar char="-"/>
            </a:pPr>
            <a:r>
              <a:rPr lang="en" sz="1250"/>
              <a:t>Intertidal systems are increasingly affected by multiple stressors</a:t>
            </a:r>
            <a:endParaRPr sz="1250"/>
          </a:p>
          <a:p>
            <a:pPr indent="-307975" lvl="0" marL="457200" rtl="0" algn="l">
              <a:spcBef>
                <a:spcPts val="0"/>
              </a:spcBef>
              <a:spcAft>
                <a:spcPts val="0"/>
              </a:spcAft>
              <a:buSzPts val="1250"/>
              <a:buChar char="-"/>
            </a:pPr>
            <a:r>
              <a:rPr i="1" lang="en" sz="1250"/>
              <a:t>H. oregonensis</a:t>
            </a:r>
            <a:r>
              <a:rPr lang="en" sz="1250"/>
              <a:t> can serve as a model for other crab species</a:t>
            </a:r>
            <a:endParaRPr sz="1250"/>
          </a:p>
          <a:p>
            <a:pPr indent="-307975" lvl="0" marL="457200" rtl="0" algn="l">
              <a:spcBef>
                <a:spcPts val="0"/>
              </a:spcBef>
              <a:spcAft>
                <a:spcPts val="0"/>
              </a:spcAft>
              <a:buSzPts val="1250"/>
              <a:buChar char="-"/>
            </a:pPr>
            <a:r>
              <a:rPr lang="en" sz="1250"/>
              <a:t>Understanding native crab responses can be helpful for conservation and fishery management issues</a:t>
            </a:r>
            <a:endParaRPr sz="1250"/>
          </a:p>
        </p:txBody>
      </p:sp>
      <p:sp>
        <p:nvSpPr>
          <p:cNvPr id="272" name="Google Shape;272;p45"/>
          <p:cNvSpPr txBox="1"/>
          <p:nvPr>
            <p:ph idx="1" type="body"/>
          </p:nvPr>
        </p:nvSpPr>
        <p:spPr>
          <a:xfrm>
            <a:off x="366750" y="1519768"/>
            <a:ext cx="3838500" cy="1138500"/>
          </a:xfrm>
          <a:prstGeom prst="rect">
            <a:avLst/>
          </a:prstGeom>
        </p:spPr>
        <p:txBody>
          <a:bodyPr anchorCtr="0" anchor="t" bIns="91425" lIns="91425" spcFirstLastPara="1" rIns="91425" wrap="square" tIns="91425">
            <a:noAutofit/>
          </a:bodyPr>
          <a:lstStyle/>
          <a:p>
            <a:pPr indent="-307975" lvl="0" marL="457200" rtl="0" algn="l">
              <a:spcBef>
                <a:spcPts val="0"/>
              </a:spcBef>
              <a:spcAft>
                <a:spcPts val="0"/>
              </a:spcAft>
              <a:buSzPts val="1250"/>
              <a:buChar char="-"/>
            </a:pPr>
            <a:r>
              <a:rPr lang="en" sz="1250"/>
              <a:t>Study looks at how temperature and predator presence affects metabolism and behavior of </a:t>
            </a:r>
            <a:r>
              <a:rPr i="1" lang="en" sz="1250"/>
              <a:t>Hemigrapsus oregonensis</a:t>
            </a:r>
            <a:endParaRPr i="1" sz="1250"/>
          </a:p>
          <a:p>
            <a:pPr indent="-307975" lvl="0" marL="457200" rtl="0" algn="l">
              <a:spcBef>
                <a:spcPts val="0"/>
              </a:spcBef>
              <a:spcAft>
                <a:spcPts val="0"/>
              </a:spcAft>
              <a:buSzPts val="1250"/>
              <a:buChar char="-"/>
            </a:pPr>
            <a:r>
              <a:rPr lang="en" sz="1250"/>
              <a:t>Tested predator response for invasive </a:t>
            </a:r>
            <a:r>
              <a:rPr i="1" lang="en" sz="1250"/>
              <a:t>Carcinus maenas</a:t>
            </a:r>
            <a:endParaRPr i="1" sz="1250"/>
          </a:p>
        </p:txBody>
      </p:sp>
      <p:sp>
        <p:nvSpPr>
          <p:cNvPr id="273" name="Google Shape;273;p45"/>
          <p:cNvSpPr txBox="1"/>
          <p:nvPr>
            <p:ph idx="3" type="body"/>
          </p:nvPr>
        </p:nvSpPr>
        <p:spPr>
          <a:xfrm>
            <a:off x="366750" y="3256175"/>
            <a:ext cx="3838500" cy="1341900"/>
          </a:xfrm>
          <a:prstGeom prst="rect">
            <a:avLst/>
          </a:prstGeom>
        </p:spPr>
        <p:txBody>
          <a:bodyPr anchorCtr="0" anchor="t" bIns="91425" lIns="91425" spcFirstLastPara="1" rIns="91425" wrap="square" tIns="91425">
            <a:normAutofit fontScale="92500"/>
          </a:bodyPr>
          <a:lstStyle/>
          <a:p>
            <a:pPr indent="-310833" lvl="0" marL="457200" rtl="0" algn="l">
              <a:spcBef>
                <a:spcPts val="0"/>
              </a:spcBef>
              <a:spcAft>
                <a:spcPts val="0"/>
              </a:spcAft>
              <a:buSzPct val="100000"/>
              <a:buChar char="-"/>
            </a:pPr>
            <a:r>
              <a:rPr lang="en"/>
              <a:t>Ocean warming may increase physiological stress for intertidal organisms</a:t>
            </a:r>
            <a:endParaRPr/>
          </a:p>
          <a:p>
            <a:pPr indent="-310833" lvl="0" marL="457200" rtl="0" algn="l">
              <a:spcBef>
                <a:spcPts val="0"/>
              </a:spcBef>
              <a:spcAft>
                <a:spcPts val="0"/>
              </a:spcAft>
              <a:buSzPct val="100000"/>
              <a:buChar char="-"/>
            </a:pPr>
            <a:r>
              <a:rPr i="1" lang="en"/>
              <a:t>C. maenas</a:t>
            </a:r>
            <a:r>
              <a:rPr lang="en"/>
              <a:t> is an invasive predator of concern for affecting native crab species</a:t>
            </a:r>
            <a:endParaRPr/>
          </a:p>
        </p:txBody>
      </p:sp>
      <p:sp>
        <p:nvSpPr>
          <p:cNvPr id="274" name="Google Shape;274;p45"/>
          <p:cNvSpPr txBox="1"/>
          <p:nvPr>
            <p:ph type="title"/>
          </p:nvPr>
        </p:nvSpPr>
        <p:spPr>
          <a:xfrm>
            <a:off x="366775" y="280475"/>
            <a:ext cx="8184600" cy="758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Introduction</a:t>
            </a:r>
            <a:endParaRPr/>
          </a:p>
        </p:txBody>
      </p:sp>
      <p:sp>
        <p:nvSpPr>
          <p:cNvPr id="275" name="Google Shape;275;p45"/>
          <p:cNvSpPr txBox="1"/>
          <p:nvPr>
            <p:ph idx="5" type="subTitle"/>
          </p:nvPr>
        </p:nvSpPr>
        <p:spPr>
          <a:xfrm>
            <a:off x="366738" y="1038582"/>
            <a:ext cx="38385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Topic</a:t>
            </a:r>
            <a:endParaRPr/>
          </a:p>
        </p:txBody>
      </p:sp>
      <p:sp>
        <p:nvSpPr>
          <p:cNvPr id="276" name="Google Shape;276;p45"/>
          <p:cNvSpPr txBox="1"/>
          <p:nvPr>
            <p:ph idx="8" type="subTitle"/>
          </p:nvPr>
        </p:nvSpPr>
        <p:spPr>
          <a:xfrm>
            <a:off x="366750" y="2716633"/>
            <a:ext cx="38385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Importance</a:t>
            </a:r>
            <a:endParaRPr/>
          </a:p>
        </p:txBody>
      </p:sp>
      <p:pic>
        <p:nvPicPr>
          <p:cNvPr id="277" name="Google Shape;277;p45"/>
          <p:cNvPicPr preferRelativeResize="0"/>
          <p:nvPr/>
        </p:nvPicPr>
        <p:blipFill rotWithShape="1">
          <a:blip r:embed="rId3">
            <a:alphaModFix/>
          </a:blip>
          <a:srcRect b="0" l="0" r="0" t="35107"/>
          <a:stretch/>
        </p:blipFill>
        <p:spPr>
          <a:xfrm>
            <a:off x="4938725" y="3356425"/>
            <a:ext cx="3990950" cy="15906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Background</a:t>
            </a:r>
            <a:endParaRPr/>
          </a:p>
        </p:txBody>
      </p:sp>
      <p:sp>
        <p:nvSpPr>
          <p:cNvPr id="283" name="Google Shape;283;p46"/>
          <p:cNvSpPr txBox="1"/>
          <p:nvPr>
            <p:ph idx="1" type="body"/>
          </p:nvPr>
        </p:nvSpPr>
        <p:spPr>
          <a:xfrm>
            <a:off x="2733300" y="1152475"/>
            <a:ext cx="6099000" cy="3416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sz="1300"/>
              <a:t>Previous research shows that warming can increase metabolic demand in crabs (Newell, 1969)</a:t>
            </a:r>
            <a:endParaRPr sz="1300"/>
          </a:p>
          <a:p>
            <a:pPr indent="-311150" lvl="0" marL="457200" rtl="0" algn="l">
              <a:spcBef>
                <a:spcPts val="0"/>
              </a:spcBef>
              <a:spcAft>
                <a:spcPts val="0"/>
              </a:spcAft>
              <a:buSzPts val="1300"/>
              <a:buChar char="-"/>
            </a:pPr>
            <a:r>
              <a:rPr lang="en" sz="1300"/>
              <a:t>Highly invasive predator </a:t>
            </a:r>
            <a:r>
              <a:rPr i="1" lang="en" sz="1300"/>
              <a:t>Carcinus maenas</a:t>
            </a:r>
            <a:r>
              <a:rPr lang="en" sz="1300"/>
              <a:t> is known to consume native shore crabs, including </a:t>
            </a:r>
            <a:r>
              <a:rPr i="1" lang="en" sz="1300"/>
              <a:t>Hemigrapsus</a:t>
            </a:r>
            <a:r>
              <a:rPr lang="en" sz="1300"/>
              <a:t> oregonensis (Jensen et al., 2002)</a:t>
            </a:r>
            <a:endParaRPr sz="1300"/>
          </a:p>
          <a:p>
            <a:pPr indent="-311150" lvl="0" marL="457200" rtl="0" algn="l">
              <a:spcBef>
                <a:spcPts val="0"/>
              </a:spcBef>
              <a:spcAft>
                <a:spcPts val="0"/>
              </a:spcAft>
              <a:buSzPts val="1300"/>
              <a:buChar char="-"/>
            </a:pPr>
            <a:r>
              <a:rPr lang="en" sz="1300"/>
              <a:t>Predator cues can cause prey to reduce movement, hide more often, and spend less time feeding (Brown et al., 1999), while predation stress can increase metabolic rate (Clinchy et al., 2013)</a:t>
            </a:r>
            <a:endParaRPr sz="1300"/>
          </a:p>
          <a:p>
            <a:pPr indent="-311150" lvl="0" marL="457200" rtl="0" algn="l">
              <a:spcBef>
                <a:spcPts val="0"/>
              </a:spcBef>
              <a:spcAft>
                <a:spcPts val="0"/>
              </a:spcAft>
              <a:buSzPts val="1300"/>
              <a:buChar char="-"/>
            </a:pPr>
            <a:r>
              <a:rPr lang="en" sz="1300"/>
              <a:t>These non-consumptive predator effects may reduce energy intake even when prey are not directly eaten (</a:t>
            </a:r>
            <a:r>
              <a:rPr lang="en" sz="1300"/>
              <a:t>Brown et al., 1999; Clinchy et al., 2013)</a:t>
            </a:r>
            <a:endParaRPr sz="1300"/>
          </a:p>
          <a:p>
            <a:pPr indent="-311150" lvl="0" marL="457200" rtl="0" algn="l">
              <a:spcBef>
                <a:spcPts val="0"/>
              </a:spcBef>
              <a:spcAft>
                <a:spcPts val="0"/>
              </a:spcAft>
              <a:buSzPts val="1300"/>
              <a:buChar char="-"/>
            </a:pPr>
            <a:r>
              <a:rPr lang="en" sz="1300"/>
              <a:t>Predator stress and warmer temperatures may both increase energetic costs, meaning higher metabolic rate</a:t>
            </a:r>
            <a:endParaRPr sz="1300"/>
          </a:p>
          <a:p>
            <a:pPr indent="0" lvl="0" marL="0" rtl="0" algn="l">
              <a:spcBef>
                <a:spcPts val="1200"/>
              </a:spcBef>
              <a:spcAft>
                <a:spcPts val="1200"/>
              </a:spcAft>
              <a:buNone/>
            </a:pPr>
            <a:r>
              <a:t/>
            </a:r>
            <a:endParaRPr sz="1300"/>
          </a:p>
        </p:txBody>
      </p:sp>
      <p:pic>
        <p:nvPicPr>
          <p:cNvPr id="284" name="Google Shape;284;p46"/>
          <p:cNvPicPr preferRelativeResize="0"/>
          <p:nvPr/>
        </p:nvPicPr>
        <p:blipFill>
          <a:blip r:embed="rId3">
            <a:alphaModFix/>
          </a:blip>
          <a:stretch>
            <a:fillRect/>
          </a:stretch>
        </p:blipFill>
        <p:spPr>
          <a:xfrm>
            <a:off x="197375" y="1356913"/>
            <a:ext cx="2428499" cy="242968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Research Question</a:t>
            </a:r>
            <a:endParaRPr/>
          </a:p>
        </p:txBody>
      </p:sp>
      <p:sp>
        <p:nvSpPr>
          <p:cNvPr id="290" name="Google Shape;290;p47"/>
          <p:cNvSpPr txBox="1"/>
          <p:nvPr>
            <p:ph idx="1" type="body"/>
          </p:nvPr>
        </p:nvSpPr>
        <p:spPr>
          <a:xfrm>
            <a:off x="311700" y="1152475"/>
            <a:ext cx="4558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311150" lvl="0" marL="457200" rtl="0" algn="l">
              <a:spcBef>
                <a:spcPts val="1200"/>
              </a:spcBef>
              <a:spcAft>
                <a:spcPts val="0"/>
              </a:spcAft>
              <a:buSzPts val="1300"/>
              <a:buChar char="●"/>
            </a:pPr>
            <a:r>
              <a:rPr lang="en" sz="1300"/>
              <a:t>How do the presence of predatory European green crabs (</a:t>
            </a:r>
            <a:r>
              <a:rPr i="1" lang="en" sz="1300"/>
              <a:t>C. maenas</a:t>
            </a:r>
            <a:r>
              <a:rPr lang="en" sz="1300"/>
              <a:t>) and changes in temperature affect the physiological and behavioral responses of Shore crabs (</a:t>
            </a:r>
            <a:r>
              <a:rPr i="1" lang="en" sz="1300"/>
              <a:t>H. oregonensis</a:t>
            </a:r>
            <a:r>
              <a:rPr lang="en" sz="1300"/>
              <a:t>) across three weeks?</a:t>
            </a:r>
            <a:endParaRPr sz="1300"/>
          </a:p>
          <a:p>
            <a:pPr indent="0" lvl="0" marL="0" rtl="0" algn="l">
              <a:spcBef>
                <a:spcPts val="1200"/>
              </a:spcBef>
              <a:spcAft>
                <a:spcPts val="1200"/>
              </a:spcAft>
              <a:buNone/>
            </a:pPr>
            <a:r>
              <a:t/>
            </a:r>
            <a:endParaRPr/>
          </a:p>
        </p:txBody>
      </p:sp>
      <p:pic>
        <p:nvPicPr>
          <p:cNvPr id="291" name="Google Shape;291;p47"/>
          <p:cNvPicPr preferRelativeResize="0"/>
          <p:nvPr/>
        </p:nvPicPr>
        <p:blipFill>
          <a:blip r:embed="rId3">
            <a:alphaModFix/>
          </a:blip>
          <a:stretch>
            <a:fillRect/>
          </a:stretch>
        </p:blipFill>
        <p:spPr>
          <a:xfrm>
            <a:off x="5278962" y="1152475"/>
            <a:ext cx="3419563" cy="3416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Hypothesis</a:t>
            </a:r>
            <a:endParaRPr/>
          </a:p>
          <a:p>
            <a:pPr indent="0" lvl="0" marL="0" rtl="0" algn="l">
              <a:spcBef>
                <a:spcPts val="0"/>
              </a:spcBef>
              <a:spcAft>
                <a:spcPts val="0"/>
              </a:spcAft>
              <a:buNone/>
            </a:pPr>
            <a:r>
              <a:t/>
            </a:r>
            <a:endParaRPr/>
          </a:p>
        </p:txBody>
      </p:sp>
      <p:sp>
        <p:nvSpPr>
          <p:cNvPr id="297" name="Google Shape;297;p48"/>
          <p:cNvSpPr txBox="1"/>
          <p:nvPr>
            <p:ph idx="1" type="body"/>
          </p:nvPr>
        </p:nvSpPr>
        <p:spPr>
          <a:xfrm>
            <a:off x="4804650" y="1152475"/>
            <a:ext cx="4027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hlink"/>
              </a:buClr>
              <a:buSzPts val="1100"/>
              <a:buFont typeface="Arial"/>
              <a:buNone/>
            </a:pPr>
            <a:r>
              <a:rPr lang="en" sz="1300"/>
              <a:t>Feeding time:</a:t>
            </a:r>
            <a:endParaRPr sz="1300"/>
          </a:p>
          <a:p>
            <a:pPr indent="-311150" lvl="0" marL="457200" rtl="0" algn="l">
              <a:spcBef>
                <a:spcPts val="1200"/>
              </a:spcBef>
              <a:spcAft>
                <a:spcPts val="0"/>
              </a:spcAft>
              <a:buSzPts val="1300"/>
              <a:buChar char="●"/>
            </a:pPr>
            <a:r>
              <a:rPr lang="en" sz="1300"/>
              <a:t>Ho: There is no difference in feeding time across treatments over the weeks.</a:t>
            </a:r>
            <a:endParaRPr sz="1300"/>
          </a:p>
          <a:p>
            <a:pPr indent="-311150" lvl="0" marL="457200" rtl="0" algn="l">
              <a:spcBef>
                <a:spcPts val="0"/>
              </a:spcBef>
              <a:spcAft>
                <a:spcPts val="0"/>
              </a:spcAft>
              <a:buSzPts val="1300"/>
              <a:buChar char="●"/>
            </a:pPr>
            <a:r>
              <a:rPr lang="en" sz="1300"/>
              <a:t>Ha: Feeding time will decrease across predator treatments over the weeks.</a:t>
            </a:r>
            <a:endParaRPr sz="1300"/>
          </a:p>
          <a:p>
            <a:pPr indent="0" lvl="0" marL="0" rtl="0" algn="l">
              <a:spcBef>
                <a:spcPts val="1200"/>
              </a:spcBef>
              <a:spcAft>
                <a:spcPts val="0"/>
              </a:spcAft>
              <a:buClr>
                <a:schemeClr val="hlink"/>
              </a:buClr>
              <a:buSzPts val="1100"/>
              <a:buFont typeface="Arial"/>
              <a:buNone/>
            </a:pPr>
            <a:r>
              <a:rPr lang="en" sz="1300"/>
              <a:t>Metabolic rate:</a:t>
            </a:r>
            <a:endParaRPr sz="1300"/>
          </a:p>
          <a:p>
            <a:pPr indent="-311150" lvl="0" marL="457200" rtl="0" algn="l">
              <a:spcBef>
                <a:spcPts val="1200"/>
              </a:spcBef>
              <a:spcAft>
                <a:spcPts val="0"/>
              </a:spcAft>
              <a:buSzPts val="1300"/>
              <a:buChar char="●"/>
            </a:pPr>
            <a:r>
              <a:rPr lang="en" sz="1300"/>
              <a:t>Ho: There is no difference in </a:t>
            </a:r>
            <a:r>
              <a:rPr lang="en" sz="1300"/>
              <a:t>metabolic</a:t>
            </a:r>
            <a:r>
              <a:rPr lang="en" sz="1300"/>
              <a:t> rate across treatments over the weeks.</a:t>
            </a:r>
            <a:endParaRPr sz="1300"/>
          </a:p>
          <a:p>
            <a:pPr indent="-311150" lvl="0" marL="457200" rtl="0" algn="l">
              <a:spcBef>
                <a:spcPts val="0"/>
              </a:spcBef>
              <a:spcAft>
                <a:spcPts val="0"/>
              </a:spcAft>
              <a:buSzPts val="1300"/>
              <a:buChar char="●"/>
            </a:pPr>
            <a:r>
              <a:rPr lang="en" sz="1300"/>
              <a:t>Ha: </a:t>
            </a:r>
            <a:r>
              <a:rPr lang="en" sz="1300"/>
              <a:t>Metabolic</a:t>
            </a:r>
            <a:r>
              <a:rPr lang="en" sz="1300"/>
              <a:t> </a:t>
            </a:r>
            <a:r>
              <a:rPr lang="en" sz="1300"/>
              <a:t>rate will increase</a:t>
            </a:r>
            <a:r>
              <a:rPr lang="en" sz="1300"/>
              <a:t> across higher </a:t>
            </a:r>
            <a:r>
              <a:rPr lang="en" sz="1300"/>
              <a:t>temperature</a:t>
            </a:r>
            <a:r>
              <a:rPr lang="en" sz="1300"/>
              <a:t> treatments. </a:t>
            </a:r>
            <a:endParaRPr sz="1300"/>
          </a:p>
          <a:p>
            <a:pPr indent="0" lvl="0" marL="0" rtl="0" algn="l">
              <a:spcBef>
                <a:spcPts val="1200"/>
              </a:spcBef>
              <a:spcAft>
                <a:spcPts val="1200"/>
              </a:spcAft>
              <a:buNone/>
            </a:pPr>
            <a:r>
              <a:t/>
            </a:r>
            <a:endParaRPr sz="1300"/>
          </a:p>
        </p:txBody>
      </p:sp>
      <p:pic>
        <p:nvPicPr>
          <p:cNvPr id="298" name="Google Shape;298;p48"/>
          <p:cNvPicPr preferRelativeResize="0"/>
          <p:nvPr/>
        </p:nvPicPr>
        <p:blipFill>
          <a:blip r:embed="rId3">
            <a:alphaModFix/>
          </a:blip>
          <a:stretch>
            <a:fillRect/>
          </a:stretch>
        </p:blipFill>
        <p:spPr>
          <a:xfrm>
            <a:off x="336975" y="1392938"/>
            <a:ext cx="4267200" cy="235762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Experimental design</a:t>
            </a:r>
            <a:endParaRPr/>
          </a:p>
        </p:txBody>
      </p:sp>
      <p:sp>
        <p:nvSpPr>
          <p:cNvPr id="304" name="Google Shape;304;p49"/>
          <p:cNvSpPr txBox="1"/>
          <p:nvPr>
            <p:ph idx="1" type="body"/>
          </p:nvPr>
        </p:nvSpPr>
        <p:spPr>
          <a:xfrm>
            <a:off x="311700" y="1152475"/>
            <a:ext cx="3965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300"/>
          </a:p>
          <a:p>
            <a:pPr indent="0" lvl="0" marL="0" rtl="0" algn="l">
              <a:spcBef>
                <a:spcPts val="1200"/>
              </a:spcBef>
              <a:spcAft>
                <a:spcPts val="0"/>
              </a:spcAft>
              <a:buClr>
                <a:schemeClr val="hlink"/>
              </a:buClr>
              <a:buSzPts val="1100"/>
              <a:buFont typeface="Arial"/>
              <a:buNone/>
            </a:pPr>
            <a:r>
              <a:rPr lang="en" sz="1300"/>
              <a:t>For the experimental set up we used crabs collected by our lab staff.</a:t>
            </a:r>
            <a:endParaRPr sz="1300"/>
          </a:p>
          <a:p>
            <a:pPr indent="-311150" lvl="0" marL="457200" rtl="0" algn="l">
              <a:spcBef>
                <a:spcPts val="1200"/>
              </a:spcBef>
              <a:spcAft>
                <a:spcPts val="0"/>
              </a:spcAft>
              <a:buSzPts val="1300"/>
              <a:buChar char="●"/>
            </a:pPr>
            <a:r>
              <a:rPr lang="en" sz="1300"/>
              <a:t>Four treatments</a:t>
            </a:r>
            <a:endParaRPr sz="1300"/>
          </a:p>
          <a:p>
            <a:pPr indent="-311150" lvl="1" marL="914400" rtl="0" algn="l">
              <a:spcBef>
                <a:spcPts val="0"/>
              </a:spcBef>
              <a:spcAft>
                <a:spcPts val="0"/>
              </a:spcAft>
              <a:buSzPts val="1300"/>
              <a:buChar char="○"/>
            </a:pPr>
            <a:r>
              <a:rPr lang="en" sz="1300"/>
              <a:t>Substrate and dividers.</a:t>
            </a:r>
            <a:endParaRPr sz="1300"/>
          </a:p>
          <a:p>
            <a:pPr indent="-311150" lvl="1" marL="914400" rtl="0" algn="l">
              <a:spcBef>
                <a:spcPts val="0"/>
              </a:spcBef>
              <a:spcAft>
                <a:spcPts val="0"/>
              </a:spcAft>
              <a:buSzPts val="1300"/>
              <a:buChar char="○"/>
            </a:pPr>
            <a:r>
              <a:rPr lang="en" sz="1300"/>
              <a:t>One </a:t>
            </a:r>
            <a:r>
              <a:rPr lang="en" sz="1300"/>
              <a:t>European green crab (</a:t>
            </a:r>
            <a:r>
              <a:rPr i="1" lang="en" sz="1300"/>
              <a:t>C. maenas</a:t>
            </a:r>
            <a:r>
              <a:rPr lang="en" sz="1300"/>
              <a:t>) in the predator treatment.</a:t>
            </a:r>
            <a:endParaRPr sz="1300"/>
          </a:p>
          <a:p>
            <a:pPr indent="-311150" lvl="1" marL="914400" rtl="0" algn="l">
              <a:spcBef>
                <a:spcPts val="0"/>
              </a:spcBef>
              <a:spcAft>
                <a:spcPts val="0"/>
              </a:spcAft>
              <a:buSzPts val="1300"/>
              <a:buChar char="○"/>
            </a:pPr>
            <a:r>
              <a:rPr lang="en" sz="1300"/>
              <a:t>Three Shore crab </a:t>
            </a:r>
            <a:r>
              <a:rPr i="1" lang="en" sz="1300"/>
              <a:t>(H. oregonensis)</a:t>
            </a:r>
            <a:r>
              <a:rPr lang="en" sz="1300"/>
              <a:t> each.</a:t>
            </a:r>
            <a:endParaRPr sz="1300"/>
          </a:p>
          <a:p>
            <a:pPr indent="-311150" lvl="1" marL="914400" rtl="0" algn="l">
              <a:spcBef>
                <a:spcPts val="0"/>
              </a:spcBef>
              <a:spcAft>
                <a:spcPts val="0"/>
              </a:spcAft>
              <a:buSzPts val="1300"/>
              <a:buChar char="○"/>
            </a:pPr>
            <a:r>
              <a:rPr lang="en" sz="1300"/>
              <a:t>Feeding time, food consumption, and metabolic rate. </a:t>
            </a:r>
            <a:endParaRPr sz="1300"/>
          </a:p>
          <a:p>
            <a:pPr indent="0" lvl="0" marL="0" rtl="0" algn="l">
              <a:spcBef>
                <a:spcPts val="1200"/>
              </a:spcBef>
              <a:spcAft>
                <a:spcPts val="1200"/>
              </a:spcAft>
              <a:buNone/>
            </a:pPr>
            <a:r>
              <a:t/>
            </a:r>
            <a:endParaRPr sz="1300"/>
          </a:p>
        </p:txBody>
      </p:sp>
      <p:pic>
        <p:nvPicPr>
          <p:cNvPr id="305" name="Google Shape;305;p49"/>
          <p:cNvPicPr preferRelativeResize="0"/>
          <p:nvPr/>
        </p:nvPicPr>
        <p:blipFill>
          <a:blip r:embed="rId3">
            <a:alphaModFix/>
          </a:blip>
          <a:stretch>
            <a:fillRect/>
          </a:stretch>
        </p:blipFill>
        <p:spPr>
          <a:xfrm>
            <a:off x="4277084" y="1152475"/>
            <a:ext cx="4555218" cy="341640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Methods</a:t>
            </a:r>
            <a:endParaRPr/>
          </a:p>
        </p:txBody>
      </p:sp>
      <p:sp>
        <p:nvSpPr>
          <p:cNvPr id="311" name="Google Shape;311;p50"/>
          <p:cNvSpPr txBox="1"/>
          <p:nvPr>
            <p:ph idx="1" type="body"/>
          </p:nvPr>
        </p:nvSpPr>
        <p:spPr>
          <a:xfrm>
            <a:off x="45720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hlink"/>
              </a:buClr>
              <a:buSzPts val="1100"/>
              <a:buFont typeface="Arial"/>
              <a:buNone/>
            </a:pPr>
            <a:r>
              <a:t/>
            </a:r>
            <a:endParaRPr/>
          </a:p>
          <a:p>
            <a:pPr indent="-311150" lvl="0" marL="457200" rtl="0" algn="l">
              <a:spcBef>
                <a:spcPts val="1200"/>
              </a:spcBef>
              <a:spcAft>
                <a:spcPts val="0"/>
              </a:spcAft>
              <a:buSzPts val="1300"/>
              <a:buChar char="●"/>
            </a:pPr>
            <a:r>
              <a:rPr lang="en" sz="1300"/>
              <a:t>Feeding time </a:t>
            </a:r>
            <a:r>
              <a:rPr lang="en" sz="1300"/>
              <a:t>when actively eating</a:t>
            </a:r>
            <a:r>
              <a:rPr lang="en" sz="1300"/>
              <a:t> (in minutes). </a:t>
            </a:r>
            <a:endParaRPr sz="1300"/>
          </a:p>
          <a:p>
            <a:pPr indent="-311150" lvl="1" marL="914400" rtl="0" algn="l">
              <a:spcBef>
                <a:spcPts val="0"/>
              </a:spcBef>
              <a:spcAft>
                <a:spcPts val="0"/>
              </a:spcAft>
              <a:buSzPts val="1300"/>
              <a:buChar char="○"/>
            </a:pPr>
            <a:r>
              <a:rPr lang="en" sz="1300"/>
              <a:t>The food was measured before and after, took the </a:t>
            </a:r>
            <a:r>
              <a:rPr lang="en" sz="1300"/>
              <a:t>difference</a:t>
            </a:r>
            <a:r>
              <a:rPr lang="en" sz="1300"/>
              <a:t>. </a:t>
            </a:r>
            <a:endParaRPr sz="1300"/>
          </a:p>
          <a:p>
            <a:pPr indent="-311150" lvl="0" marL="457200" rtl="0" algn="l">
              <a:spcBef>
                <a:spcPts val="0"/>
              </a:spcBef>
              <a:spcAft>
                <a:spcPts val="0"/>
              </a:spcAft>
              <a:buSzPts val="1300"/>
              <a:buChar char="●"/>
            </a:pPr>
            <a:r>
              <a:rPr lang="en" sz="1300"/>
              <a:t>Average was taken across all treatments. </a:t>
            </a:r>
            <a:endParaRPr sz="1300"/>
          </a:p>
          <a:p>
            <a:pPr indent="-311150" lvl="0" marL="457200" rtl="0" algn="l">
              <a:spcBef>
                <a:spcPts val="0"/>
              </a:spcBef>
              <a:spcAft>
                <a:spcPts val="0"/>
              </a:spcAft>
              <a:buSzPts val="1300"/>
              <a:buChar char="●"/>
            </a:pPr>
            <a:r>
              <a:rPr lang="en" sz="1300"/>
              <a:t>A total protein assay at the end. </a:t>
            </a:r>
            <a:endParaRPr sz="1300"/>
          </a:p>
          <a:p>
            <a:pPr indent="-311150" lvl="0" marL="457200" rtl="0" algn="l">
              <a:spcBef>
                <a:spcPts val="0"/>
              </a:spcBef>
              <a:spcAft>
                <a:spcPts val="0"/>
              </a:spcAft>
              <a:buSzPts val="1300"/>
              <a:buChar char="●"/>
            </a:pPr>
            <a:r>
              <a:rPr lang="en" sz="1300"/>
              <a:t>Crabs deaths in week two and three. </a:t>
            </a:r>
            <a:endParaRPr sz="1300"/>
          </a:p>
          <a:p>
            <a:pPr indent="-311150" lvl="0" marL="457200" rtl="0" algn="l">
              <a:spcBef>
                <a:spcPts val="0"/>
              </a:spcBef>
              <a:spcAft>
                <a:spcPts val="0"/>
              </a:spcAft>
              <a:buSzPts val="1300"/>
              <a:buChar char="●"/>
            </a:pPr>
            <a:r>
              <a:rPr lang="en" sz="1300"/>
              <a:t>Crabs </a:t>
            </a:r>
            <a:r>
              <a:rPr lang="en" sz="1300"/>
              <a:t>replaced</a:t>
            </a:r>
            <a:r>
              <a:rPr lang="en" sz="1300"/>
              <a:t> in week two.</a:t>
            </a:r>
            <a:endParaRPr sz="1300"/>
          </a:p>
          <a:p>
            <a:pPr indent="-311150" lvl="0" marL="457200" rtl="0" algn="l">
              <a:spcBef>
                <a:spcPts val="0"/>
              </a:spcBef>
              <a:spcAft>
                <a:spcPts val="0"/>
              </a:spcAft>
              <a:buSzPts val="1300"/>
              <a:buChar char="●"/>
            </a:pPr>
            <a:r>
              <a:rPr lang="en" sz="1300"/>
              <a:t>Statistical</a:t>
            </a:r>
            <a:r>
              <a:rPr lang="en" sz="1300"/>
              <a:t> test done with anova.</a:t>
            </a:r>
            <a:endParaRPr sz="1300"/>
          </a:p>
        </p:txBody>
      </p:sp>
      <p:pic>
        <p:nvPicPr>
          <p:cNvPr id="312" name="Google Shape;312;p50"/>
          <p:cNvPicPr preferRelativeResize="0"/>
          <p:nvPr/>
        </p:nvPicPr>
        <p:blipFill>
          <a:blip r:embed="rId3">
            <a:alphaModFix/>
          </a:blip>
          <a:stretch>
            <a:fillRect/>
          </a:stretch>
        </p:blipFill>
        <p:spPr>
          <a:xfrm>
            <a:off x="70800" y="1152475"/>
            <a:ext cx="4484399" cy="3416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sp>
        <p:nvSpPr>
          <p:cNvPr id="318" name="Google Shape;318;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19" name="Google Shape;319;p51"/>
          <p:cNvPicPr preferRelativeResize="0"/>
          <p:nvPr/>
        </p:nvPicPr>
        <p:blipFill>
          <a:blip r:embed="rId3">
            <a:alphaModFix/>
          </a:blip>
          <a:stretch>
            <a:fillRect/>
          </a:stretch>
        </p:blipFill>
        <p:spPr>
          <a:xfrm>
            <a:off x="5114925" y="1152475"/>
            <a:ext cx="3717375" cy="2409131"/>
          </a:xfrm>
          <a:prstGeom prst="rect">
            <a:avLst/>
          </a:prstGeom>
          <a:noFill/>
          <a:ln>
            <a:noFill/>
          </a:ln>
        </p:spPr>
      </p:pic>
      <p:pic>
        <p:nvPicPr>
          <p:cNvPr id="320" name="Google Shape;320;p51"/>
          <p:cNvPicPr preferRelativeResize="0"/>
          <p:nvPr/>
        </p:nvPicPr>
        <p:blipFill>
          <a:blip r:embed="rId4">
            <a:alphaModFix/>
          </a:blip>
          <a:stretch>
            <a:fillRect/>
          </a:stretch>
        </p:blipFill>
        <p:spPr>
          <a:xfrm>
            <a:off x="311700" y="1152475"/>
            <a:ext cx="3724275" cy="2295525"/>
          </a:xfrm>
          <a:prstGeom prst="rect">
            <a:avLst/>
          </a:prstGeom>
          <a:noFill/>
          <a:ln>
            <a:noFill/>
          </a:ln>
        </p:spPr>
      </p:pic>
      <p:sp>
        <p:nvSpPr>
          <p:cNvPr id="321" name="Google Shape;321;p51"/>
          <p:cNvSpPr txBox="1"/>
          <p:nvPr/>
        </p:nvSpPr>
        <p:spPr>
          <a:xfrm>
            <a:off x="456100" y="3597500"/>
            <a:ext cx="3386100" cy="7701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dk2"/>
              </a:buClr>
              <a:buSzPts val="1000"/>
              <a:buFont typeface="DM Sans"/>
              <a:buChar char="●"/>
            </a:pPr>
            <a:r>
              <a:rPr lang="en" sz="1000">
                <a:solidFill>
                  <a:schemeClr val="dk2"/>
                </a:solidFill>
                <a:latin typeface="DM Sans"/>
                <a:ea typeface="DM Sans"/>
                <a:cs typeface="DM Sans"/>
                <a:sym typeface="DM Sans"/>
              </a:rPr>
              <a:t>Hot treatment increase</a:t>
            </a:r>
            <a:endParaRPr sz="1000">
              <a:solidFill>
                <a:schemeClr val="dk2"/>
              </a:solidFill>
              <a:latin typeface="DM Sans"/>
              <a:ea typeface="DM Sans"/>
              <a:cs typeface="DM Sans"/>
              <a:sym typeface="DM Sans"/>
            </a:endParaRPr>
          </a:p>
          <a:p>
            <a:pPr indent="-292100" lvl="0" marL="457200" rtl="0" algn="l">
              <a:spcBef>
                <a:spcPts val="0"/>
              </a:spcBef>
              <a:spcAft>
                <a:spcPts val="0"/>
              </a:spcAft>
              <a:buClr>
                <a:schemeClr val="dk2"/>
              </a:buClr>
              <a:buSzPts val="1000"/>
              <a:buFont typeface="DM Sans"/>
              <a:buChar char="●"/>
            </a:pPr>
            <a:r>
              <a:rPr lang="en" sz="1000">
                <a:solidFill>
                  <a:schemeClr val="dk2"/>
                </a:solidFill>
                <a:latin typeface="DM Sans"/>
                <a:ea typeface="DM Sans"/>
                <a:cs typeface="DM Sans"/>
                <a:sym typeface="DM Sans"/>
              </a:rPr>
              <a:t>Small increase in control from week 1 to 2</a:t>
            </a:r>
            <a:endParaRPr sz="1000">
              <a:solidFill>
                <a:schemeClr val="dk2"/>
              </a:solidFill>
              <a:latin typeface="DM Sans"/>
              <a:ea typeface="DM Sans"/>
              <a:cs typeface="DM Sans"/>
              <a:sym typeface="DM Sans"/>
            </a:endParaRPr>
          </a:p>
          <a:p>
            <a:pPr indent="-292100" lvl="0" marL="457200" rtl="0" algn="l">
              <a:spcBef>
                <a:spcPts val="0"/>
              </a:spcBef>
              <a:spcAft>
                <a:spcPts val="0"/>
              </a:spcAft>
              <a:buClr>
                <a:schemeClr val="dk2"/>
              </a:buClr>
              <a:buSzPts val="1000"/>
              <a:buFont typeface="DM Sans"/>
              <a:buChar char="●"/>
            </a:pPr>
            <a:r>
              <a:rPr lang="en" sz="1000">
                <a:solidFill>
                  <a:schemeClr val="dk2"/>
                </a:solidFill>
                <a:latin typeface="DM Sans"/>
                <a:ea typeface="DM Sans"/>
                <a:cs typeface="DM Sans"/>
                <a:sym typeface="DM Sans"/>
              </a:rPr>
              <a:t>Hot treatment remained stable</a:t>
            </a:r>
            <a:endParaRPr sz="1000">
              <a:solidFill>
                <a:schemeClr val="dk2"/>
              </a:solidFill>
              <a:latin typeface="DM Sans"/>
              <a:ea typeface="DM Sans"/>
              <a:cs typeface="DM Sans"/>
              <a:sym typeface="DM Sans"/>
            </a:endParaRPr>
          </a:p>
          <a:p>
            <a:pPr indent="-292100" lvl="0" marL="457200" rtl="0" algn="l">
              <a:spcBef>
                <a:spcPts val="0"/>
              </a:spcBef>
              <a:spcAft>
                <a:spcPts val="0"/>
              </a:spcAft>
              <a:buClr>
                <a:schemeClr val="dk2"/>
              </a:buClr>
              <a:buSzPts val="1000"/>
              <a:buFont typeface="DM Sans"/>
              <a:buChar char="●"/>
            </a:pPr>
            <a:r>
              <a:rPr lang="en" sz="1000">
                <a:solidFill>
                  <a:schemeClr val="dk2"/>
                </a:solidFill>
                <a:latin typeface="DM Sans"/>
                <a:ea typeface="DM Sans"/>
                <a:cs typeface="DM Sans"/>
                <a:sym typeface="DM Sans"/>
              </a:rPr>
              <a:t>Cold w/ predator week 3 decrease</a:t>
            </a:r>
            <a:endParaRPr sz="1000">
              <a:solidFill>
                <a:schemeClr val="dk2"/>
              </a:solidFill>
              <a:latin typeface="DM Sans"/>
              <a:ea typeface="DM Sans"/>
              <a:cs typeface="DM Sans"/>
              <a:sym typeface="DM Sans"/>
            </a:endParaRPr>
          </a:p>
        </p:txBody>
      </p:sp>
      <p:sp>
        <p:nvSpPr>
          <p:cNvPr id="322" name="Google Shape;322;p51"/>
          <p:cNvSpPr txBox="1"/>
          <p:nvPr/>
        </p:nvSpPr>
        <p:spPr>
          <a:xfrm>
            <a:off x="5194825" y="3676475"/>
            <a:ext cx="3425700" cy="7503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dk2"/>
              </a:buClr>
              <a:buSzPts val="1000"/>
              <a:buFont typeface="DM Sans"/>
              <a:buChar char="●"/>
            </a:pPr>
            <a:r>
              <a:rPr lang="en" sz="1000">
                <a:solidFill>
                  <a:schemeClr val="dk2"/>
                </a:solidFill>
                <a:latin typeface="DM Sans"/>
                <a:ea typeface="DM Sans"/>
                <a:cs typeface="DM Sans"/>
                <a:sym typeface="DM Sans"/>
              </a:rPr>
              <a:t>Increase in  </a:t>
            </a:r>
            <a:r>
              <a:rPr lang="en" sz="1000">
                <a:solidFill>
                  <a:schemeClr val="dk2"/>
                </a:solidFill>
                <a:latin typeface="DM Sans"/>
                <a:ea typeface="DM Sans"/>
                <a:cs typeface="DM Sans"/>
                <a:sym typeface="DM Sans"/>
              </a:rPr>
              <a:t>feeding</a:t>
            </a:r>
            <a:r>
              <a:rPr lang="en" sz="1000">
                <a:solidFill>
                  <a:schemeClr val="dk2"/>
                </a:solidFill>
                <a:latin typeface="DM Sans"/>
                <a:ea typeface="DM Sans"/>
                <a:cs typeface="DM Sans"/>
                <a:sym typeface="DM Sans"/>
              </a:rPr>
              <a:t> </a:t>
            </a:r>
            <a:r>
              <a:rPr lang="en" sz="1000">
                <a:solidFill>
                  <a:schemeClr val="dk2"/>
                </a:solidFill>
                <a:latin typeface="DM Sans"/>
                <a:ea typeface="DM Sans"/>
                <a:cs typeface="DM Sans"/>
                <a:sym typeface="DM Sans"/>
              </a:rPr>
              <a:t>time  in hot</a:t>
            </a:r>
            <a:r>
              <a:rPr lang="en" sz="1000">
                <a:solidFill>
                  <a:schemeClr val="dk2"/>
                </a:solidFill>
                <a:latin typeface="DM Sans"/>
                <a:ea typeface="DM Sans"/>
                <a:cs typeface="DM Sans"/>
                <a:sym typeface="DM Sans"/>
              </a:rPr>
              <a:t> and control treatments </a:t>
            </a:r>
            <a:endParaRPr sz="1000">
              <a:solidFill>
                <a:schemeClr val="dk2"/>
              </a:solidFill>
              <a:latin typeface="DM Sans"/>
              <a:ea typeface="DM Sans"/>
              <a:cs typeface="DM Sans"/>
              <a:sym typeface="DM Sans"/>
            </a:endParaRPr>
          </a:p>
          <a:p>
            <a:pPr indent="-292100" lvl="0" marL="457200" rtl="0" algn="l">
              <a:spcBef>
                <a:spcPts val="0"/>
              </a:spcBef>
              <a:spcAft>
                <a:spcPts val="0"/>
              </a:spcAft>
              <a:buClr>
                <a:schemeClr val="dk2"/>
              </a:buClr>
              <a:buSzPts val="1000"/>
              <a:buFont typeface="DM Sans"/>
              <a:buChar char="●"/>
            </a:pPr>
            <a:r>
              <a:rPr lang="en" sz="1000">
                <a:solidFill>
                  <a:schemeClr val="dk2"/>
                </a:solidFill>
                <a:latin typeface="DM Sans"/>
                <a:ea typeface="DM Sans"/>
                <a:cs typeface="DM Sans"/>
                <a:sym typeface="DM Sans"/>
              </a:rPr>
              <a:t>Fluctuation in predator treatments</a:t>
            </a:r>
            <a:endParaRPr sz="1000">
              <a:solidFill>
                <a:schemeClr val="dk2"/>
              </a:solidFill>
              <a:latin typeface="DM Sans"/>
              <a:ea typeface="DM Sans"/>
              <a:cs typeface="DM Sans"/>
              <a:sym typeface="DM Sans"/>
            </a:endParaRPr>
          </a:p>
          <a:p>
            <a:pPr indent="-292100" lvl="0" marL="457200" rtl="0" algn="l">
              <a:spcBef>
                <a:spcPts val="0"/>
              </a:spcBef>
              <a:spcAft>
                <a:spcPts val="0"/>
              </a:spcAft>
              <a:buClr>
                <a:schemeClr val="dk2"/>
              </a:buClr>
              <a:buSzPts val="1000"/>
              <a:buFont typeface="DM Sans"/>
              <a:buChar char="●"/>
            </a:pPr>
            <a:r>
              <a:rPr lang="en" sz="1000">
                <a:solidFill>
                  <a:schemeClr val="dk2"/>
                </a:solidFill>
                <a:latin typeface="DM Sans"/>
                <a:ea typeface="DM Sans"/>
                <a:cs typeface="DM Sans"/>
                <a:sym typeface="DM Sans"/>
              </a:rPr>
              <a:t>Week 3 cold w/ predator decrease</a:t>
            </a:r>
            <a:endParaRPr sz="1000">
              <a:solidFill>
                <a:schemeClr val="dk2"/>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sp>
        <p:nvSpPr>
          <p:cNvPr id="328" name="Google Shape;328;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29" name="Google Shape;329;p52"/>
          <p:cNvPicPr preferRelativeResize="0"/>
          <p:nvPr/>
        </p:nvPicPr>
        <p:blipFill>
          <a:blip r:embed="rId3">
            <a:alphaModFix/>
          </a:blip>
          <a:stretch>
            <a:fillRect/>
          </a:stretch>
        </p:blipFill>
        <p:spPr>
          <a:xfrm>
            <a:off x="311700" y="1152475"/>
            <a:ext cx="4895850" cy="3028950"/>
          </a:xfrm>
          <a:prstGeom prst="rect">
            <a:avLst/>
          </a:prstGeom>
          <a:noFill/>
          <a:ln>
            <a:noFill/>
          </a:ln>
        </p:spPr>
      </p:pic>
      <p:sp>
        <p:nvSpPr>
          <p:cNvPr id="330" name="Google Shape;330;p52"/>
          <p:cNvSpPr txBox="1"/>
          <p:nvPr/>
        </p:nvSpPr>
        <p:spPr>
          <a:xfrm>
            <a:off x="5451525" y="1238000"/>
            <a:ext cx="3228300" cy="29433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dk2"/>
              </a:buClr>
              <a:buSzPts val="1000"/>
              <a:buFont typeface="DM Sans"/>
              <a:buChar char="●"/>
            </a:pPr>
            <a:r>
              <a:rPr lang="en" sz="1000">
                <a:solidFill>
                  <a:schemeClr val="dk2"/>
                </a:solidFill>
                <a:latin typeface="DM Sans"/>
                <a:ea typeface="DM Sans"/>
                <a:cs typeface="DM Sans"/>
                <a:sym typeface="DM Sans"/>
              </a:rPr>
              <a:t>All treatments showed decline in average metabolic rate over the study</a:t>
            </a:r>
            <a:endParaRPr sz="1000">
              <a:solidFill>
                <a:schemeClr val="dk2"/>
              </a:solidFill>
              <a:latin typeface="DM Sans"/>
              <a:ea typeface="DM Sans"/>
              <a:cs typeface="DM Sans"/>
              <a:sym typeface="DM Sans"/>
            </a:endParaRPr>
          </a:p>
          <a:p>
            <a:pPr indent="-292100" lvl="0" marL="457200" rtl="0" algn="l">
              <a:spcBef>
                <a:spcPts val="0"/>
              </a:spcBef>
              <a:spcAft>
                <a:spcPts val="0"/>
              </a:spcAft>
              <a:buClr>
                <a:schemeClr val="dk2"/>
              </a:buClr>
              <a:buSzPts val="1000"/>
              <a:buFont typeface="DM Sans"/>
              <a:buChar char="●"/>
            </a:pPr>
            <a:r>
              <a:rPr lang="en" sz="1000">
                <a:solidFill>
                  <a:schemeClr val="dk2"/>
                </a:solidFill>
                <a:latin typeface="DM Sans"/>
                <a:ea typeface="DM Sans"/>
                <a:cs typeface="DM Sans"/>
                <a:sym typeface="DM Sans"/>
              </a:rPr>
              <a:t>Smaller decline from week 1-2, sharp decline from week 2-3</a:t>
            </a:r>
            <a:endParaRPr sz="1000">
              <a:solidFill>
                <a:schemeClr val="dk2"/>
              </a:solidFill>
              <a:latin typeface="DM Sans"/>
              <a:ea typeface="DM Sans"/>
              <a:cs typeface="DM Sans"/>
              <a:sym typeface="DM Sans"/>
            </a:endParaRPr>
          </a:p>
          <a:p>
            <a:pPr indent="-292100" lvl="0" marL="457200" rtl="0" algn="l">
              <a:spcBef>
                <a:spcPts val="0"/>
              </a:spcBef>
              <a:spcAft>
                <a:spcPts val="0"/>
              </a:spcAft>
              <a:buClr>
                <a:schemeClr val="dk2"/>
              </a:buClr>
              <a:buSzPts val="1000"/>
              <a:buFont typeface="DM Sans"/>
              <a:buChar char="●"/>
            </a:pPr>
            <a:r>
              <a:rPr lang="en" sz="1000">
                <a:solidFill>
                  <a:schemeClr val="dk2"/>
                </a:solidFill>
                <a:latin typeface="DM Sans"/>
                <a:ea typeface="DM Sans"/>
                <a:cs typeface="DM Sans"/>
                <a:sym typeface="DM Sans"/>
              </a:rPr>
              <a:t>Control treatment started week one with the highest average metabolic rate</a:t>
            </a:r>
            <a:endParaRPr sz="1000">
              <a:solidFill>
                <a:schemeClr val="dk2"/>
              </a:solidFill>
              <a:latin typeface="DM Sans"/>
              <a:ea typeface="DM Sans"/>
              <a:cs typeface="DM Sans"/>
              <a:sym typeface="DM Sans"/>
            </a:endParaRPr>
          </a:p>
          <a:p>
            <a:pPr indent="-292100" lvl="0" marL="457200" rtl="0" algn="l">
              <a:spcBef>
                <a:spcPts val="0"/>
              </a:spcBef>
              <a:spcAft>
                <a:spcPts val="0"/>
              </a:spcAft>
              <a:buClr>
                <a:schemeClr val="dk2"/>
              </a:buClr>
              <a:buSzPts val="1000"/>
              <a:buFont typeface="DM Sans"/>
              <a:buChar char="●"/>
            </a:pPr>
            <a:r>
              <a:rPr lang="en" sz="1000">
                <a:solidFill>
                  <a:schemeClr val="dk2"/>
                </a:solidFill>
                <a:latin typeface="DM Sans"/>
                <a:ea typeface="DM Sans"/>
                <a:cs typeface="DM Sans"/>
                <a:sym typeface="DM Sans"/>
              </a:rPr>
              <a:t>Week 2 Hot w/ predator increase</a:t>
            </a:r>
            <a:endParaRPr sz="1000">
              <a:solidFill>
                <a:schemeClr val="dk2"/>
              </a:solidFill>
              <a:latin typeface="DM Sans"/>
              <a:ea typeface="DM Sans"/>
              <a:cs typeface="DM Sans"/>
              <a:sym typeface="DM Sans"/>
            </a:endParaRPr>
          </a:p>
          <a:p>
            <a:pPr indent="0" lvl="0" marL="457200" rtl="0" algn="l">
              <a:spcBef>
                <a:spcPts val="0"/>
              </a:spcBef>
              <a:spcAft>
                <a:spcPts val="0"/>
              </a:spcAft>
              <a:buNone/>
            </a:pPr>
            <a:r>
              <a:t/>
            </a:r>
            <a:endParaRPr sz="1000">
              <a:solidFill>
                <a:schemeClr val="dk2"/>
              </a:solidFill>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Discussion</a:t>
            </a:r>
            <a:endParaRPr/>
          </a:p>
          <a:p>
            <a:pPr indent="0" lvl="0" marL="0" rtl="0" algn="l">
              <a:spcBef>
                <a:spcPts val="0"/>
              </a:spcBef>
              <a:spcAft>
                <a:spcPts val="0"/>
              </a:spcAft>
              <a:buNone/>
            </a:pPr>
            <a:r>
              <a:t/>
            </a:r>
            <a:endParaRPr/>
          </a:p>
        </p:txBody>
      </p:sp>
      <p:sp>
        <p:nvSpPr>
          <p:cNvPr id="336" name="Google Shape;336;p53"/>
          <p:cNvSpPr txBox="1"/>
          <p:nvPr>
            <p:ph idx="1" type="body"/>
          </p:nvPr>
        </p:nvSpPr>
        <p:spPr>
          <a:xfrm>
            <a:off x="311700" y="1152475"/>
            <a:ext cx="44289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Char char="●"/>
            </a:pPr>
            <a:r>
              <a:rPr lang="en" sz="1200"/>
              <a:t>Average feeding time did not appear to be directly </a:t>
            </a:r>
            <a:r>
              <a:rPr lang="en" sz="1200"/>
              <a:t>correlated</a:t>
            </a:r>
            <a:r>
              <a:rPr lang="en" sz="1200"/>
              <a:t> with average change in mass</a:t>
            </a:r>
            <a:endParaRPr sz="1200"/>
          </a:p>
          <a:p>
            <a:pPr indent="-304800" lvl="0" marL="457200" rtl="0" algn="l">
              <a:spcBef>
                <a:spcPts val="0"/>
              </a:spcBef>
              <a:spcAft>
                <a:spcPts val="0"/>
              </a:spcAft>
              <a:buSzPts val="1200"/>
              <a:buChar char="●"/>
            </a:pPr>
            <a:r>
              <a:rPr lang="en" sz="1200"/>
              <a:t>Predator presence appeared to have an </a:t>
            </a:r>
            <a:r>
              <a:rPr lang="en" sz="1200"/>
              <a:t>impact</a:t>
            </a:r>
            <a:r>
              <a:rPr lang="en" sz="1200"/>
              <a:t> on feeding time with more </a:t>
            </a:r>
            <a:r>
              <a:rPr lang="en" sz="1200"/>
              <a:t>time</a:t>
            </a:r>
            <a:r>
              <a:rPr lang="en" sz="1200"/>
              <a:t> spend feeding in treatments without predators</a:t>
            </a:r>
            <a:endParaRPr sz="1200"/>
          </a:p>
          <a:p>
            <a:pPr indent="-304800" lvl="0" marL="457200" rtl="0" algn="l">
              <a:spcBef>
                <a:spcPts val="0"/>
              </a:spcBef>
              <a:spcAft>
                <a:spcPts val="0"/>
              </a:spcAft>
              <a:buSzPts val="1200"/>
              <a:buChar char="●"/>
            </a:pPr>
            <a:r>
              <a:rPr lang="en" sz="1200"/>
              <a:t>Hot treatment feeding time and change in mass displayed a similar pattern</a:t>
            </a:r>
            <a:endParaRPr sz="1200"/>
          </a:p>
          <a:p>
            <a:pPr indent="-304800" lvl="0" marL="457200" rtl="0" algn="l">
              <a:spcBef>
                <a:spcPts val="0"/>
              </a:spcBef>
              <a:spcAft>
                <a:spcPts val="0"/>
              </a:spcAft>
              <a:buSzPts val="1200"/>
              <a:buChar char="●"/>
            </a:pPr>
            <a:r>
              <a:rPr lang="en" sz="1200"/>
              <a:t>Control treatment did not</a:t>
            </a:r>
            <a:endParaRPr sz="1200"/>
          </a:p>
          <a:p>
            <a:pPr indent="-304800" lvl="0" marL="457200" rtl="0" algn="l">
              <a:spcBef>
                <a:spcPts val="0"/>
              </a:spcBef>
              <a:spcAft>
                <a:spcPts val="0"/>
              </a:spcAft>
              <a:buSzPts val="1200"/>
              <a:buChar char="●"/>
            </a:pPr>
            <a:r>
              <a:rPr lang="en" sz="1200"/>
              <a:t>High variability within data sets makes it difficult to draw strong conclusions</a:t>
            </a:r>
            <a:endParaRPr sz="1200"/>
          </a:p>
        </p:txBody>
      </p:sp>
      <p:pic>
        <p:nvPicPr>
          <p:cNvPr id="337" name="Google Shape;337;p53"/>
          <p:cNvPicPr preferRelativeResize="0"/>
          <p:nvPr/>
        </p:nvPicPr>
        <p:blipFill>
          <a:blip r:embed="rId3">
            <a:alphaModFix/>
          </a:blip>
          <a:stretch>
            <a:fillRect/>
          </a:stretch>
        </p:blipFill>
        <p:spPr>
          <a:xfrm>
            <a:off x="4875050" y="2686125"/>
            <a:ext cx="3696700" cy="2278536"/>
          </a:xfrm>
          <a:prstGeom prst="rect">
            <a:avLst/>
          </a:prstGeom>
          <a:noFill/>
          <a:ln>
            <a:noFill/>
          </a:ln>
        </p:spPr>
      </p:pic>
      <p:pic>
        <p:nvPicPr>
          <p:cNvPr id="338" name="Google Shape;338;p53"/>
          <p:cNvPicPr preferRelativeResize="0"/>
          <p:nvPr/>
        </p:nvPicPr>
        <p:blipFill>
          <a:blip r:embed="rId4">
            <a:alphaModFix/>
          </a:blip>
          <a:stretch>
            <a:fillRect/>
          </a:stretch>
        </p:blipFill>
        <p:spPr>
          <a:xfrm>
            <a:off x="4875050" y="176025"/>
            <a:ext cx="3696700" cy="2395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work</a:t>
            </a:r>
            <a:endParaRPr/>
          </a:p>
        </p:txBody>
      </p:sp>
      <p:sp>
        <p:nvSpPr>
          <p:cNvPr id="344" name="Google Shape;344;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200"/>
              <a:t>Lab </a:t>
            </a:r>
            <a:r>
              <a:rPr lang="en" sz="1200"/>
              <a:t>experiments</a:t>
            </a:r>
            <a:endParaRPr sz="1200"/>
          </a:p>
          <a:p>
            <a:pPr indent="-304800" lvl="0" marL="457200" rtl="0" algn="l">
              <a:spcBef>
                <a:spcPts val="1200"/>
              </a:spcBef>
              <a:spcAft>
                <a:spcPts val="0"/>
              </a:spcAft>
              <a:buSzPts val="1200"/>
              <a:buChar char="●"/>
            </a:pPr>
            <a:r>
              <a:rPr lang="en" sz="1200"/>
              <a:t>Increase </a:t>
            </a:r>
            <a:r>
              <a:rPr lang="en" sz="1200"/>
              <a:t>sample size: less variability, less impact from replacing crabs lost to mortality, better define relations between predator presence, temperature and feeding</a:t>
            </a:r>
            <a:endParaRPr sz="1200"/>
          </a:p>
          <a:p>
            <a:pPr indent="-304800" lvl="0" marL="457200" rtl="0" algn="l">
              <a:spcBef>
                <a:spcPts val="0"/>
              </a:spcBef>
              <a:spcAft>
                <a:spcPts val="0"/>
              </a:spcAft>
              <a:buSzPts val="1200"/>
              <a:buChar char="●"/>
            </a:pPr>
            <a:r>
              <a:rPr lang="en" sz="1200"/>
              <a:t>Add additional thermal treatments</a:t>
            </a:r>
            <a:endParaRPr sz="1200"/>
          </a:p>
          <a:p>
            <a:pPr indent="-304800" lvl="0" marL="457200" rtl="0" algn="l">
              <a:spcBef>
                <a:spcPts val="0"/>
              </a:spcBef>
              <a:spcAft>
                <a:spcPts val="0"/>
              </a:spcAft>
              <a:buSzPts val="1200"/>
              <a:buChar char="●"/>
            </a:pPr>
            <a:r>
              <a:rPr lang="en" sz="1200"/>
              <a:t>Increase accuracy of feeding timing</a:t>
            </a:r>
            <a:endParaRPr sz="1200"/>
          </a:p>
          <a:p>
            <a:pPr indent="0" lvl="0" marL="0" rtl="0" algn="l">
              <a:spcBef>
                <a:spcPts val="1200"/>
              </a:spcBef>
              <a:spcAft>
                <a:spcPts val="0"/>
              </a:spcAft>
              <a:buNone/>
            </a:pPr>
            <a:r>
              <a:rPr lang="en" sz="1200"/>
              <a:t>Field work</a:t>
            </a:r>
            <a:endParaRPr sz="1200"/>
          </a:p>
          <a:p>
            <a:pPr indent="-304800" lvl="0" marL="457200" rtl="0" algn="l">
              <a:spcBef>
                <a:spcPts val="1200"/>
              </a:spcBef>
              <a:spcAft>
                <a:spcPts val="0"/>
              </a:spcAft>
              <a:buSzPts val="1200"/>
              <a:buChar char="●"/>
            </a:pPr>
            <a:r>
              <a:rPr lang="en" sz="1200"/>
              <a:t>Observe non-trophic interactions between green crabs and shore crabs in the wild</a:t>
            </a:r>
            <a:endParaRPr sz="1200"/>
          </a:p>
          <a:p>
            <a:pPr indent="0" lvl="0" marL="0" rtl="0" algn="l">
              <a:spcBef>
                <a:spcPts val="1200"/>
              </a:spcBef>
              <a:spcAft>
                <a:spcPts val="0"/>
              </a:spcAft>
              <a:buNone/>
            </a:pPr>
            <a:r>
              <a:rPr lang="en" sz="1200"/>
              <a:t>Further research</a:t>
            </a:r>
            <a:endParaRPr sz="1200"/>
          </a:p>
          <a:p>
            <a:pPr indent="-304800" lvl="0" marL="457200" rtl="0" algn="l">
              <a:spcBef>
                <a:spcPts val="1200"/>
              </a:spcBef>
              <a:spcAft>
                <a:spcPts val="0"/>
              </a:spcAft>
              <a:buSzPts val="1200"/>
              <a:buChar char="●"/>
            </a:pPr>
            <a:r>
              <a:rPr lang="en" sz="1200"/>
              <a:t>Research into interactions with other native species</a:t>
            </a:r>
            <a:endParaRPr sz="1200"/>
          </a:p>
          <a:p>
            <a:pPr indent="0" lvl="0" marL="0" rtl="0" algn="l">
              <a:spcBef>
                <a:spcPts val="1200"/>
              </a:spcBef>
              <a:spcAft>
                <a:spcPts val="0"/>
              </a:spcAft>
              <a:buNone/>
            </a:pPr>
            <a:r>
              <a:t/>
            </a:r>
            <a:endParaRPr sz="1200"/>
          </a:p>
          <a:p>
            <a:pPr indent="0" lvl="0" marL="457200" rtl="0" algn="l">
              <a:spcBef>
                <a:spcPts val="1200"/>
              </a:spcBef>
              <a:spcAft>
                <a:spcPts val="1200"/>
              </a:spcAft>
              <a:buNone/>
            </a:pPr>
            <a:r>
              <a:t/>
            </a:r>
            <a:endParaRPr sz="1200"/>
          </a:p>
        </p:txBody>
      </p:sp>
    </p:spTree>
  </p:cSld>
  <p:clrMapOvr>
    <a:masterClrMapping/>
  </p:clrMapOvr>
</p:sld>
</file>

<file path=ppt/theme/theme1.xml><?xml version="1.0" encoding="utf-8"?>
<a:theme xmlns:a="http://schemas.openxmlformats.org/drawingml/2006/main" xmlns:r="http://schemas.openxmlformats.org/officeDocument/2006/relationships" name="Science Presentation">
  <a:themeElements>
    <a:clrScheme name="Simple Light">
      <a:dk1>
        <a:srgbClr val="005088"/>
      </a:dk1>
      <a:lt1>
        <a:srgbClr val="F3F0DF"/>
      </a:lt1>
      <a:dk2>
        <a:srgbClr val="121212"/>
      </a:dk2>
      <a:lt2>
        <a:srgbClr val="D0E0E3"/>
      </a:lt2>
      <a:accent1>
        <a:srgbClr val="11CAA0"/>
      </a:accent1>
      <a:accent2>
        <a:srgbClr val="6D6D6B"/>
      </a:accent2>
      <a:accent3>
        <a:srgbClr val="FFFFFF"/>
      </a:accent3>
      <a:accent4>
        <a:srgbClr val="656839"/>
      </a:accent4>
      <a:accent5>
        <a:srgbClr val="774936"/>
      </a:accent5>
      <a:accent6>
        <a:srgbClr val="C492B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